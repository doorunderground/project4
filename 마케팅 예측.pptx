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E1F151-5A92-4B1D-8B3C-09F9A4654AA8}" v="5" dt="2026-02-11T00:40:42.21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859" autoAdjust="0"/>
  </p:normalViewPr>
  <p:slideViewPr>
    <p:cSldViewPr>
      <p:cViewPr varScale="1">
        <p:scale>
          <a:sx n="44" d="100"/>
          <a:sy n="44" d="100"/>
        </p:scale>
        <p:origin x="148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수 김" userId="32db51977ddf5ef1" providerId="LiveId" clId="{F8761C97-AFB2-4EE8-9AFD-1CEE9740B5E3}"/>
    <pc:docChg chg="modSld">
      <pc:chgData name="진수 김" userId="32db51977ddf5ef1" providerId="LiveId" clId="{F8761C97-AFB2-4EE8-9AFD-1CEE9740B5E3}" dt="2026-02-11T00:42:05.333" v="192" actId="20577"/>
      <pc:docMkLst>
        <pc:docMk/>
      </pc:docMkLst>
      <pc:sldChg chg="modNotesTx">
        <pc:chgData name="진수 김" userId="32db51977ddf5ef1" providerId="LiveId" clId="{F8761C97-AFB2-4EE8-9AFD-1CEE9740B5E3}" dt="2026-02-11T00:42:05.333" v="192" actId="20577"/>
        <pc:sldMkLst>
          <pc:docMk/>
          <pc:sldMk cId="0" sldId="264"/>
        </pc:sldMkLst>
      </pc:sldChg>
      <pc:sldChg chg="modNotesTx">
        <pc:chgData name="진수 김" userId="32db51977ddf5ef1" providerId="LiveId" clId="{F8761C97-AFB2-4EE8-9AFD-1CEE9740B5E3}" dt="2026-02-11T00:40:17.087" v="190" actId="2057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DAD91-3998-4484-8475-76B77E40276B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9B243-0512-4BC5-85B5-75893B2C7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34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"Hello, fellow KDT students. I’m </a:t>
            </a:r>
            <a:r>
              <a:rPr lang="en-US" altLang="ko-KR" dirty="0" err="1"/>
              <a:t>Byeongchae</a:t>
            </a:r>
            <a:r>
              <a:rPr lang="en-US" altLang="ko-KR" dirty="0"/>
              <a:t> Jeong, the first presenter for Group 4. </a:t>
            </a:r>
          </a:p>
          <a:p>
            <a:endParaRPr lang="en-US" altLang="ko-KR" dirty="0"/>
          </a:p>
          <a:p>
            <a:r>
              <a:rPr lang="en-US" altLang="ko-KR" dirty="0"/>
              <a:t> Our team conducted this machine learning data analysis project on the theme of telemarketing success rates.</a:t>
            </a:r>
          </a:p>
          <a:p>
            <a:endParaRPr lang="en-US" altLang="ko-KR" dirty="0"/>
          </a:p>
          <a:p>
            <a:r>
              <a:rPr lang="en-US" altLang="ko-KR" dirty="0"/>
              <a:t> The goal of this project is to use machine learning to predict the outcome of a bank's telemarketing efforts."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9B243-0512-4BC5-85B5-75893B2C79C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344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"For this project, we analyzed data from a bank’s campaign encouraging customers to subscribe to a term deposit.</a:t>
            </a:r>
          </a:p>
          <a:p>
            <a:endParaRPr lang="en-US" altLang="ko-KR" dirty="0"/>
          </a:p>
          <a:p>
            <a:r>
              <a:rPr lang="en-US" altLang="ko-KR" dirty="0"/>
              <a:t> First, let’s look at the chart.</a:t>
            </a:r>
          </a:p>
          <a:p>
            <a:endParaRPr lang="en-US" altLang="ko-KR" dirty="0"/>
          </a:p>
          <a:p>
            <a:r>
              <a:rPr lang="en-US" altLang="ko-KR" dirty="0"/>
              <a:t> The success rate for these calls was only 11.3%.</a:t>
            </a:r>
          </a:p>
          <a:p>
            <a:endParaRPr lang="en-US" altLang="ko-KR" dirty="0"/>
          </a:p>
          <a:p>
            <a:r>
              <a:rPr lang="en-US" altLang="ko-KR" dirty="0"/>
              <a:t> This means 89% of the people did not subscribe.</a:t>
            </a:r>
          </a:p>
          <a:p>
            <a:endParaRPr lang="en-US" altLang="ko-KR" dirty="0"/>
          </a:p>
          <a:p>
            <a:r>
              <a:rPr lang="en-US" altLang="ko-KR" dirty="0"/>
              <a:t> Why couldn't they capture the hearts of that 89%?</a:t>
            </a:r>
          </a:p>
          <a:p>
            <a:endParaRPr lang="en-US" altLang="ko-KR" dirty="0"/>
          </a:p>
          <a:p>
            <a:r>
              <a:rPr lang="en-US" altLang="ko-KR" dirty="0"/>
              <a:t> Is it simply a lack of skill on the telemarketer's part?</a:t>
            </a:r>
          </a:p>
          <a:p>
            <a:endParaRPr lang="en-US" altLang="ko-KR" dirty="0"/>
          </a:p>
          <a:p>
            <a:r>
              <a:rPr lang="en-US" altLang="ko-KR" dirty="0"/>
              <a:t> My take is that a random marketing strategy naturally leads to lower success rates, which ultimately increases marketing costs.</a:t>
            </a:r>
          </a:p>
          <a:p>
            <a:endParaRPr lang="en-US" altLang="ko-KR" dirty="0"/>
          </a:p>
          <a:p>
            <a:r>
              <a:rPr lang="en-US" altLang="ko-KR" dirty="0"/>
              <a:t> So, how can we identify customers with a high probability of subscribing?</a:t>
            </a:r>
          </a:p>
          <a:p>
            <a:endParaRPr lang="en-US" altLang="ko-KR" dirty="0"/>
          </a:p>
          <a:p>
            <a:r>
              <a:rPr lang="en-US" altLang="ko-KR" dirty="0"/>
              <a:t> From now on, we will use machine learning to predict our target audience."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9B243-0512-4BC5-85B5-75893B2C79C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133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"Let me introduce the data. </a:t>
            </a:r>
          </a:p>
          <a:p>
            <a:endParaRPr lang="en-US" altLang="ko-KR" dirty="0"/>
          </a:p>
          <a:p>
            <a:r>
              <a:rPr lang="en-US" altLang="ko-KR" dirty="0"/>
              <a:t> We sourced our marketing dataset from Kaggle.</a:t>
            </a:r>
          </a:p>
          <a:p>
            <a:endParaRPr lang="en-US" altLang="ko-KR" dirty="0"/>
          </a:p>
          <a:p>
            <a:r>
              <a:rPr lang="en-US" altLang="ko-KR" dirty="0"/>
              <a:t> It consists of 41,000 rows and 21 columns.</a:t>
            </a:r>
          </a:p>
          <a:p>
            <a:endParaRPr lang="en-US" altLang="ko-KR" dirty="0"/>
          </a:p>
          <a:p>
            <a:r>
              <a:rPr lang="en-US" altLang="ko-KR" dirty="0"/>
              <a:t> The columns include features like age, job, and employment rate.</a:t>
            </a:r>
          </a:p>
          <a:p>
            <a:endParaRPr lang="en-US" altLang="ko-KR" dirty="0"/>
          </a:p>
          <a:p>
            <a:r>
              <a:rPr lang="en-US" altLang="ko-KR" dirty="0"/>
              <a:t> On the right, you can see the class imbalance I mentioned earlier."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9B243-0512-4BC5-85B5-75893B2C79C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822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“We performed an Exploratory Data Analysis (EDA).</a:t>
            </a:r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 First, we divided the data into categorical and numerical variables to see how each relates to the subscription status.</a:t>
            </a:r>
          </a:p>
          <a:p>
            <a:endParaRPr lang="en-US" altLang="ko-KR" dirty="0"/>
          </a:p>
          <a:p>
            <a:r>
              <a:rPr lang="en-US" altLang="ko-KR" dirty="0"/>
              <a:t> Since these two types are measured differently, we couldn't use a standard correlation for the categorical data on the left.</a:t>
            </a:r>
          </a:p>
          <a:p>
            <a:endParaRPr lang="en-US" altLang="ko-KR" dirty="0"/>
          </a:p>
          <a:p>
            <a:r>
              <a:rPr lang="en-US" altLang="ko-KR" dirty="0"/>
              <a:t> Instead, we measured the 'gap' between the overall average success rate and the success rate of specific groups within a column.</a:t>
            </a:r>
          </a:p>
          <a:p>
            <a:endParaRPr lang="en-US" altLang="ko-KR" dirty="0"/>
          </a:p>
          <a:p>
            <a:r>
              <a:rPr lang="en-US" altLang="ko-KR" dirty="0"/>
              <a:t> Looking at the graph, columns with a large gap between their minimum and maximum values significantly influence the success rate.</a:t>
            </a:r>
          </a:p>
          <a:p>
            <a:endParaRPr lang="en-US" altLang="ko-KR" dirty="0"/>
          </a:p>
          <a:p>
            <a:r>
              <a:rPr lang="en-US" altLang="ko-KR" dirty="0"/>
              <a:t> In the categorical data, '</a:t>
            </a:r>
            <a:r>
              <a:rPr lang="en-US" altLang="ko-KR" dirty="0" err="1"/>
              <a:t>poutcome</a:t>
            </a:r>
            <a:r>
              <a:rPr lang="en-US" altLang="ko-KR" dirty="0"/>
              <a:t>' had the greatest impact.</a:t>
            </a:r>
          </a:p>
          <a:p>
            <a:endParaRPr lang="en-US" altLang="ko-KR" dirty="0"/>
          </a:p>
          <a:p>
            <a:r>
              <a:rPr lang="en-US" altLang="ko-KR" dirty="0"/>
              <a:t> On the right, we calculated the Pearson correlation for numerical data.</a:t>
            </a:r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 Here, 'duration' was the most influential variable."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9B243-0512-4BC5-85B5-75893B2C79C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217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"However, to apply this to a machine learning model, we needed a unified standard to compare categorical and numerical data.</a:t>
            </a:r>
          </a:p>
          <a:p>
            <a:endParaRPr lang="en-US" altLang="ko-KR" dirty="0"/>
          </a:p>
          <a:p>
            <a:r>
              <a:rPr lang="en-US" altLang="ko-KR" dirty="0"/>
              <a:t>Therefore, we applied Cramer’s V to categorical data and the absolute value of Pearson’s r to numerical data. By mapping both to a range of 0 to 1, we were able to compare them directly.</a:t>
            </a:r>
          </a:p>
          <a:p>
            <a:endParaRPr lang="en-US" altLang="ko-KR" dirty="0"/>
          </a:p>
          <a:p>
            <a:r>
              <a:rPr lang="en-US" altLang="ko-KR" dirty="0"/>
              <a:t>As a result, we identified the top 5 key factors influencing subscription success: duration, </a:t>
            </a:r>
            <a:r>
              <a:rPr lang="en-US" altLang="ko-KR" dirty="0" err="1"/>
              <a:t>nr.employed</a:t>
            </a:r>
            <a:r>
              <a:rPr lang="en-US" altLang="ko-KR" dirty="0"/>
              <a:t>, </a:t>
            </a:r>
            <a:r>
              <a:rPr lang="en-US" altLang="ko-KR" dirty="0" err="1"/>
              <a:t>pdays</a:t>
            </a:r>
            <a:r>
              <a:rPr lang="en-US" altLang="ko-KR" dirty="0"/>
              <a:t>, </a:t>
            </a:r>
            <a:r>
              <a:rPr lang="en-US" altLang="ko-KR" dirty="0" err="1"/>
              <a:t>poutcome</a:t>
            </a:r>
            <a:r>
              <a:rPr lang="en-US" altLang="ko-KR" dirty="0"/>
              <a:t>, and euribor3m.</a:t>
            </a:r>
          </a:p>
          <a:p>
            <a:endParaRPr lang="en-US" altLang="ko-KR" dirty="0"/>
          </a:p>
          <a:p>
            <a:r>
              <a:rPr lang="en-US" altLang="ko-KR" dirty="0"/>
              <a:t>The key takeaway here is that we succeeded in ranking the importance of variables with different characteristics by standardizing their scales.</a:t>
            </a:r>
          </a:p>
          <a:p>
            <a:endParaRPr lang="en-US" altLang="ko-KR" dirty="0"/>
          </a:p>
          <a:p>
            <a:r>
              <a:rPr lang="en-US" altLang="ko-KR" dirty="0"/>
              <a:t>Now, our teammate Jiha will continue with a deeper analysis of these five key features."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9B243-0512-4BC5-85B5-75893B2C79C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262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400" dirty="0"/>
              <a:t>Slide 6 shows our EDA results.</a:t>
            </a:r>
            <a:br>
              <a:rPr lang="en-US" altLang="ko-KR" sz="1400" dirty="0"/>
            </a:br>
            <a:r>
              <a:rPr lang="en-US" altLang="ko-KR" sz="1400" dirty="0"/>
              <a:t>Our goal is to find which features are most related to the target </a:t>
            </a:r>
            <a:r>
              <a:rPr lang="en-US" altLang="ko-KR" sz="1400" b="1" dirty="0"/>
              <a:t>Y</a:t>
            </a:r>
            <a:r>
              <a:rPr lang="en-US" altLang="ko-KR" sz="1400" dirty="0"/>
              <a:t>, which is subscription, so we can understand what signals indicate a likely subscriber.</a:t>
            </a:r>
          </a:p>
          <a:p>
            <a:r>
              <a:rPr lang="en-US" altLang="ko-KR" sz="1400" dirty="0"/>
              <a:t>The top features were </a:t>
            </a:r>
            <a:r>
              <a:rPr lang="en-US" altLang="ko-KR" sz="1400" b="1" dirty="0"/>
              <a:t>duration, employed, </a:t>
            </a:r>
            <a:r>
              <a:rPr lang="en-US" altLang="ko-KR" sz="1400" b="1" dirty="0" err="1"/>
              <a:t>pdays</a:t>
            </a:r>
            <a:r>
              <a:rPr lang="en-US" altLang="ko-KR" sz="1400" b="1" dirty="0"/>
              <a:t>, </a:t>
            </a:r>
            <a:r>
              <a:rPr lang="en-US" altLang="ko-KR" sz="1400" b="1" dirty="0" err="1"/>
              <a:t>poutcome</a:t>
            </a:r>
            <a:r>
              <a:rPr lang="en-US" altLang="ko-KR" sz="1400" b="1" dirty="0"/>
              <a:t>, and </a:t>
            </a:r>
            <a:r>
              <a:rPr lang="en-US" altLang="ko-KR" sz="1400" b="1" dirty="0" err="1"/>
              <a:t>basemoney</a:t>
            </a:r>
            <a:r>
              <a:rPr lang="en-US" altLang="ko-KR" sz="1400" b="1" dirty="0"/>
              <a:t> rate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First, </a:t>
            </a:r>
            <a:r>
              <a:rPr lang="en-US" altLang="ko-KR" sz="1400" b="1" dirty="0" err="1"/>
              <a:t>poutcome</a:t>
            </a:r>
            <a:r>
              <a:rPr lang="en-US" altLang="ko-KR" sz="1400" dirty="0"/>
              <a:t> and </a:t>
            </a:r>
            <a:r>
              <a:rPr lang="en-US" altLang="ko-KR" sz="1400" b="1" dirty="0" err="1"/>
              <a:t>pdays</a:t>
            </a:r>
            <a:r>
              <a:rPr lang="en-US" altLang="ko-KR" sz="1400" dirty="0"/>
              <a:t> represent the customer’s previous campaign history.</a:t>
            </a:r>
            <a:br>
              <a:rPr lang="en-US" altLang="ko-KR" sz="1400" dirty="0"/>
            </a:br>
            <a:r>
              <a:rPr lang="en-US" altLang="ko-KR" sz="1400" dirty="0"/>
              <a:t>Customers who had a successful outcome before, or customers who were contacted more recently, clearly show a higher subscription rate.</a:t>
            </a:r>
            <a:br>
              <a:rPr lang="en-US" altLang="ko-KR" sz="1400" dirty="0"/>
            </a:br>
            <a:r>
              <a:rPr lang="en-US" altLang="ko-KR" sz="1400" dirty="0"/>
              <a:t>So, past response history is a very strong signal.</a:t>
            </a:r>
          </a:p>
          <a:p>
            <a:endParaRPr lang="en-US" altLang="ko-KR" sz="1400" dirty="0"/>
          </a:p>
          <a:p>
            <a:r>
              <a:rPr lang="en-US" altLang="ko-KR" sz="1400" dirty="0"/>
              <a:t>Next, </a:t>
            </a:r>
            <a:r>
              <a:rPr lang="en-US" altLang="ko-KR" sz="1400" b="1" dirty="0" err="1"/>
              <a:t>basemoney</a:t>
            </a:r>
            <a:r>
              <a:rPr lang="en-US" altLang="ko-KR" sz="1400" b="1" dirty="0"/>
              <a:t> rate</a:t>
            </a:r>
            <a:r>
              <a:rPr lang="en-US" altLang="ko-KR" sz="1400" dirty="0"/>
              <a:t> and </a:t>
            </a:r>
            <a:r>
              <a:rPr lang="en-US" altLang="ko-KR" sz="1400" b="1" dirty="0"/>
              <a:t>employed</a:t>
            </a:r>
            <a:r>
              <a:rPr lang="en-US" altLang="ko-KR" sz="1400" dirty="0"/>
              <a:t> are macro-economic variables.</a:t>
            </a:r>
            <a:br>
              <a:rPr lang="en-US" altLang="ko-KR" sz="1400" dirty="0"/>
            </a:br>
            <a:r>
              <a:rPr lang="en-US" altLang="ko-KR" sz="1400" dirty="0"/>
              <a:t>This suggests that subscription is not only about customer characteristics, but also about the overall market situation—like interest rates and employment conditions.</a:t>
            </a:r>
          </a:p>
          <a:p>
            <a:endParaRPr lang="en-US" altLang="ko-KR" sz="1400" dirty="0"/>
          </a:p>
          <a:p>
            <a:r>
              <a:rPr lang="en-US" altLang="ko-KR" sz="1400" dirty="0"/>
              <a:t>Finally, </a:t>
            </a:r>
            <a:r>
              <a:rPr lang="en-US" altLang="ko-KR" sz="1400" b="1" dirty="0"/>
              <a:t>duration</a:t>
            </a:r>
            <a:r>
              <a:rPr lang="en-US" altLang="ko-KR" sz="1400" dirty="0"/>
              <a:t> has the strongest correlation, but it is only known after the call ends.</a:t>
            </a:r>
            <a:br>
              <a:rPr lang="en-US" altLang="ko-KR" sz="1400" dirty="0"/>
            </a:br>
            <a:r>
              <a:rPr lang="en-US" altLang="ko-KR" sz="1400" dirty="0"/>
              <a:t>So, if we use it directly for targeting, it can cause data leakage.</a:t>
            </a:r>
            <a:br>
              <a:rPr lang="en-US" altLang="ko-KR" sz="1400" dirty="0"/>
            </a:br>
            <a:r>
              <a:rPr lang="en-US" altLang="ko-KR" sz="1400" dirty="0"/>
              <a:t>That’s why we treat duration mainly as an explanatory feature, and we use it carefully for real targeting.”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9B243-0512-4BC5-85B5-75893B2C79C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76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Slide 7 is about choosing the best </a:t>
            </a:r>
            <a:r>
              <a:rPr lang="en-US" altLang="ko-KR" b="1" dirty="0"/>
              <a:t>K</a:t>
            </a:r>
            <a:r>
              <a:rPr lang="en-US" altLang="ko-KR" dirty="0"/>
              <a:t> for K-means clustering.</a:t>
            </a:r>
            <a:br>
              <a:rPr lang="en-US" altLang="ko-KR" dirty="0"/>
            </a:br>
            <a:r>
              <a:rPr lang="en-US" altLang="ko-KR" dirty="0"/>
              <a:t>Based on the elbow method and silhouette score, </a:t>
            </a:r>
            <a:r>
              <a:rPr lang="en-US" altLang="ko-KR" b="1" dirty="0"/>
              <a:t>K = 3</a:t>
            </a:r>
            <a:r>
              <a:rPr lang="en-US" altLang="ko-KR" dirty="0"/>
              <a:t> looks the best by score</a:t>
            </a:r>
          </a:p>
          <a:p>
            <a:endParaRPr lang="en-US" altLang="ko-KR" dirty="0"/>
          </a:p>
          <a:p>
            <a:r>
              <a:rPr lang="en-US" altLang="ko-KR" dirty="0"/>
              <a:t>However, our goal is not just the best score.</a:t>
            </a:r>
            <a:br>
              <a:rPr lang="en-US" altLang="ko-KR" dirty="0"/>
            </a:br>
            <a:r>
              <a:rPr lang="en-US" altLang="ko-KR" dirty="0"/>
              <a:t>We need clusters that are </a:t>
            </a:r>
            <a:r>
              <a:rPr lang="en-US" altLang="ko-KR" b="1" dirty="0"/>
              <a:t>interpretable and actionable</a:t>
            </a:r>
            <a:r>
              <a:rPr lang="en-US" altLang="ko-KR" dirty="0"/>
              <a:t> for marketing.</a:t>
            </a:r>
          </a:p>
          <a:p>
            <a:endParaRPr lang="en-US" altLang="ko-KR" dirty="0"/>
          </a:p>
          <a:p>
            <a:r>
              <a:rPr lang="en-US" altLang="ko-KR" dirty="0"/>
              <a:t>With </a:t>
            </a:r>
            <a:r>
              <a:rPr lang="en-US" altLang="ko-KR" b="1" dirty="0"/>
              <a:t>K = 3</a:t>
            </a:r>
            <a:r>
              <a:rPr lang="en-US" altLang="ko-KR" dirty="0"/>
              <a:t>, the groups were too broad, so it was difficult to decide what strategy to apply to each group.</a:t>
            </a:r>
            <a:br>
              <a:rPr lang="en-US" altLang="ko-KR" dirty="0"/>
            </a:br>
            <a:r>
              <a:rPr lang="en-US" altLang="ko-KR" dirty="0"/>
              <a:t>But with </a:t>
            </a:r>
            <a:r>
              <a:rPr lang="en-US" altLang="ko-KR" b="1" dirty="0"/>
              <a:t>K = 5</a:t>
            </a:r>
            <a:r>
              <a:rPr lang="en-US" altLang="ko-KR" dirty="0"/>
              <a:t>, the clusters were more clearly separated, and each group could be explained as a specific customer type.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So, we selected </a:t>
            </a:r>
            <a:r>
              <a:rPr lang="en-US" altLang="ko-KR" b="1" dirty="0"/>
              <a:t>K = 5</a:t>
            </a:r>
            <a:r>
              <a:rPr lang="en-US" altLang="ko-KR" dirty="0"/>
              <a:t> because it works better for decision-making.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9B243-0512-4BC5-85B5-75893B2C79C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460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Slide 8 explains the characteristics of each cluster when </a:t>
            </a:r>
            <a:r>
              <a:rPr lang="en-US" altLang="ko-KR" b="1" dirty="0"/>
              <a:t>K = 5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The key point is that each cluster shows different subscription rates and behavior patterns.</a:t>
            </a:r>
          </a:p>
          <a:p>
            <a:endParaRPr lang="en-US" altLang="ko-KR" dirty="0"/>
          </a:p>
          <a:p>
            <a:r>
              <a:rPr lang="en-US" altLang="ko-KR" dirty="0"/>
              <a:t>We found a small cluster with a </a:t>
            </a:r>
            <a:r>
              <a:rPr lang="en-US" altLang="ko-KR" b="1" dirty="0"/>
              <a:t>very high subscription rate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This group has strong positive signals like previous success and recent contact, so it becomes our </a:t>
            </a:r>
            <a:r>
              <a:rPr lang="en-US" altLang="ko-KR" b="1" dirty="0"/>
              <a:t>top priority target</a:t>
            </a:r>
            <a:r>
              <a:rPr lang="en-US" altLang="ko-KR" dirty="0"/>
              <a:t> with the best ROI.</a:t>
            </a:r>
          </a:p>
          <a:p>
            <a:endParaRPr lang="en-US" altLang="ko-KR" dirty="0"/>
          </a:p>
          <a:p>
            <a:r>
              <a:rPr lang="en-US" altLang="ko-KR" dirty="0"/>
              <a:t>Then, the mid-level clusters have moderate response rates.</a:t>
            </a:r>
            <a:br>
              <a:rPr lang="en-US" altLang="ko-KR" dirty="0"/>
            </a:br>
            <a:r>
              <a:rPr lang="en-US" altLang="ko-KR" dirty="0"/>
              <a:t>For these groups, strategies like optimizing re-contact timing or improving the script can be effective.</a:t>
            </a:r>
          </a:p>
          <a:p>
            <a:endParaRPr lang="en-US" altLang="ko-KR" dirty="0"/>
          </a:p>
          <a:p>
            <a:r>
              <a:rPr lang="en-US" altLang="ko-KR" dirty="0"/>
              <a:t>On the other hand, the lowest-response clusters are more likely to increase cost without results.</a:t>
            </a:r>
            <a:br>
              <a:rPr lang="en-US" altLang="ko-KR" dirty="0"/>
            </a:br>
            <a:r>
              <a:rPr lang="en-US" altLang="ko-KR" dirty="0"/>
              <a:t>So, for them, we should lower call priority or switch to other channels.</a:t>
            </a:r>
          </a:p>
          <a:p>
            <a:r>
              <a:rPr lang="en-US" altLang="ko-KR" dirty="0"/>
              <a:t>In summary, clustering with </a:t>
            </a:r>
            <a:r>
              <a:rPr lang="en-US" altLang="ko-KR" b="1" dirty="0"/>
              <a:t>K = 5</a:t>
            </a:r>
            <a:r>
              <a:rPr lang="en-US" altLang="ko-KR" dirty="0"/>
              <a:t> helps us decide who to contact first, reduces unnecessary calls, and improves marketing efficiency.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9B243-0512-4BC5-85B5-75893B2C79C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026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Hello everyone.</a:t>
            </a:r>
          </a:p>
          <a:p>
            <a:r>
              <a:rPr lang="en-US" altLang="ko-KR" dirty="0"/>
              <a:t>Now I will explain the supervised learning part of our project.</a:t>
            </a:r>
          </a:p>
          <a:p>
            <a:endParaRPr lang="en-US" altLang="ko-KR" dirty="0"/>
          </a:p>
          <a:p>
            <a:r>
              <a:rPr lang="en-US" altLang="ko-KR" dirty="0"/>
              <a:t>Our goal was to predict which customers are likely to subscribe to the bank’s marketing offer.</a:t>
            </a:r>
          </a:p>
          <a:p>
            <a:endParaRPr lang="en-US" altLang="ko-KR" dirty="0"/>
          </a:p>
          <a:p>
            <a:r>
              <a:rPr lang="en-US" altLang="ko-KR" dirty="0"/>
              <a:t>We tested several machine learning models and selected three main models for comparison:</a:t>
            </a:r>
          </a:p>
          <a:p>
            <a:endParaRPr lang="en-US" altLang="ko-KR" dirty="0"/>
          </a:p>
          <a:p>
            <a:r>
              <a:rPr lang="en-US" altLang="ko-KR" dirty="0"/>
              <a:t>Random Forest, </a:t>
            </a:r>
            <a:r>
              <a:rPr lang="en-US" altLang="ko-KR" dirty="0" err="1"/>
              <a:t>XGBoost</a:t>
            </a:r>
            <a:r>
              <a:rPr lang="en-US" altLang="ko-KR" dirty="0"/>
              <a:t>, and </a:t>
            </a:r>
            <a:r>
              <a:rPr lang="en-US" altLang="ko-KR" dirty="0" err="1"/>
              <a:t>LightGBM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First, let’s look at their performance.</a:t>
            </a:r>
          </a:p>
          <a:p>
            <a:endParaRPr lang="en-US" altLang="ko-KR" dirty="0"/>
          </a:p>
          <a:p>
            <a:r>
              <a:rPr lang="en-US" altLang="ko-KR" dirty="0"/>
              <a:t>Random Forest showed a recall of 66.9%.</a:t>
            </a:r>
          </a:p>
          <a:p>
            <a:endParaRPr lang="en-US" altLang="ko-KR" dirty="0"/>
          </a:p>
          <a:p>
            <a:r>
              <a:rPr lang="en-US" altLang="ko-KR" dirty="0" err="1"/>
              <a:t>LightGBM</a:t>
            </a:r>
            <a:r>
              <a:rPr lang="en-US" altLang="ko-KR" dirty="0"/>
              <a:t> showed a recall of 77.8%.</a:t>
            </a:r>
          </a:p>
          <a:p>
            <a:endParaRPr lang="en-US" altLang="ko-KR" dirty="0"/>
          </a:p>
          <a:p>
            <a:r>
              <a:rPr lang="en-US" altLang="ko-KR" dirty="0"/>
              <a:t>And </a:t>
            </a:r>
            <a:r>
              <a:rPr lang="en-US" altLang="ko-KR" dirty="0" err="1"/>
              <a:t>XGBoost</a:t>
            </a:r>
            <a:r>
              <a:rPr lang="en-US" altLang="ko-KR" dirty="0"/>
              <a:t> recorded the highest recall at 83.5%.</a:t>
            </a:r>
          </a:p>
          <a:p>
            <a:endParaRPr lang="en-US" altLang="ko-KR" dirty="0"/>
          </a:p>
          <a:p>
            <a:r>
              <a:rPr lang="en-US" altLang="ko-KR" dirty="0"/>
              <a:t>In our project, recall is the most important metric.</a:t>
            </a:r>
          </a:p>
          <a:p>
            <a:endParaRPr lang="en-US" altLang="ko-KR" dirty="0"/>
          </a:p>
          <a:p>
            <a:r>
              <a:rPr lang="en-US" altLang="ko-KR" dirty="0"/>
              <a:t>This is because missing a real subscriber means losing a business opportunity.</a:t>
            </a:r>
          </a:p>
          <a:p>
            <a:endParaRPr lang="en-US" altLang="ko-KR" dirty="0"/>
          </a:p>
          <a:p>
            <a:r>
              <a:rPr lang="en-US" altLang="ko-KR" dirty="0"/>
              <a:t>So even if precision is lower, finding more potential subscribers is more valuable.</a:t>
            </a:r>
          </a:p>
          <a:p>
            <a:endParaRPr lang="en-US" altLang="ko-KR" dirty="0"/>
          </a:p>
          <a:p>
            <a:r>
              <a:rPr lang="en-US" altLang="ko-KR" dirty="0"/>
              <a:t>Based on this recall-focused evaluation, </a:t>
            </a:r>
            <a:r>
              <a:rPr lang="en-US" altLang="ko-KR" dirty="0" err="1"/>
              <a:t>XGBoost</a:t>
            </a:r>
            <a:r>
              <a:rPr lang="en-US" altLang="ko-KR" dirty="0"/>
              <a:t> was selected as our best predictive model.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9B243-0512-4BC5-85B5-75893B2C79C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252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Next, I will explain which features influenced the prediction results.</a:t>
            </a:r>
          </a:p>
          <a:p>
            <a:endParaRPr lang="en-US" altLang="ko-KR" dirty="0"/>
          </a:p>
          <a:p>
            <a:r>
              <a:rPr lang="en-US" altLang="ko-KR" dirty="0"/>
              <a:t>We analyzed feature importance to understand what factors affect customer subscription decisions.</a:t>
            </a:r>
          </a:p>
          <a:p>
            <a:endParaRPr lang="en-US" altLang="ko-KR" dirty="0"/>
          </a:p>
          <a:p>
            <a:r>
              <a:rPr lang="en-US" altLang="ko-KR" dirty="0"/>
              <a:t>The most important feature was Euribor 3-month interest rate.</a:t>
            </a:r>
          </a:p>
          <a:p>
            <a:endParaRPr lang="en-US" altLang="ko-KR" dirty="0"/>
          </a:p>
          <a:p>
            <a:r>
              <a:rPr lang="en-US" altLang="ko-KR" dirty="0"/>
              <a:t>This means the interest rate environment strongly affects whether customers subscribe.</a:t>
            </a:r>
          </a:p>
          <a:p>
            <a:endParaRPr lang="en-US" altLang="ko-KR" dirty="0"/>
          </a:p>
          <a:p>
            <a:r>
              <a:rPr lang="en-US" altLang="ko-KR" dirty="0"/>
              <a:t>When interest rates change, customers’ financial decisions also change.</a:t>
            </a:r>
          </a:p>
          <a:p>
            <a:endParaRPr lang="en-US" altLang="ko-KR" dirty="0"/>
          </a:p>
          <a:p>
            <a:r>
              <a:rPr lang="en-US" altLang="ko-KR" dirty="0"/>
              <a:t>The next important features were number of employees and employment variation rate.</a:t>
            </a:r>
          </a:p>
          <a:p>
            <a:endParaRPr lang="en-US" altLang="ko-KR" dirty="0"/>
          </a:p>
          <a:p>
            <a:r>
              <a:rPr lang="en-US" altLang="ko-KR" dirty="0"/>
              <a:t>These are economic indicators, so they show that macroeconomic conditions play a major role.</a:t>
            </a:r>
          </a:p>
          <a:p>
            <a:endParaRPr lang="en-US" altLang="ko-KR" dirty="0"/>
          </a:p>
          <a:p>
            <a:r>
              <a:rPr lang="en-US" altLang="ko-KR" dirty="0"/>
              <a:t>We also found that campaign factors such as contact month and contact method were important.</a:t>
            </a:r>
          </a:p>
          <a:p>
            <a:endParaRPr lang="en-US" altLang="ko-KR" dirty="0"/>
          </a:p>
          <a:p>
            <a:r>
              <a:rPr lang="en-US" altLang="ko-KR" dirty="0"/>
              <a:t>This tells us that when and how we contact customers matters.</a:t>
            </a:r>
          </a:p>
          <a:p>
            <a:endParaRPr lang="en-US" altLang="ko-KR" dirty="0"/>
          </a:p>
          <a:p>
            <a:r>
              <a:rPr lang="en-US" altLang="ko-KR" dirty="0"/>
              <a:t>Interestingly, personal information such as job or education had relatively lower importance.</a:t>
            </a:r>
          </a:p>
          <a:p>
            <a:endParaRPr lang="en-US" altLang="ko-KR" dirty="0"/>
          </a:p>
          <a:p>
            <a:r>
              <a:rPr lang="en-US" altLang="ko-KR" dirty="0"/>
              <a:t>This means subscription decisions are influenced more by economic conditions and marketing strategy than by personal background.</a:t>
            </a:r>
          </a:p>
          <a:p>
            <a:endParaRPr lang="en-US" altLang="ko-KR" dirty="0"/>
          </a:p>
          <a:p>
            <a:r>
              <a:rPr lang="en-US" altLang="ko-KR" dirty="0"/>
              <a:t>So, from this analysis, we learned that both economic timing and campaign design are key factors.</a:t>
            </a:r>
          </a:p>
          <a:p>
            <a:endParaRPr lang="en-US" altLang="ko-KR" dirty="0"/>
          </a:p>
          <a:p>
            <a:r>
              <a:rPr lang="en-US" altLang="ko-KR" dirty="0"/>
              <a:t>-------------------------------------------------------------------------------------------------------------------------------------------------------------------------------------------</a:t>
            </a:r>
          </a:p>
          <a:p>
            <a:endParaRPr lang="en-US" altLang="ko-KR" dirty="0"/>
          </a:p>
          <a:p>
            <a:r>
              <a:rPr lang="en-US" altLang="ko-KR" dirty="0"/>
              <a:t>We also compared correlation analysis with supervised learning results.</a:t>
            </a:r>
          </a:p>
          <a:p>
            <a:endParaRPr lang="en-US" altLang="ko-KR" dirty="0"/>
          </a:p>
          <a:p>
            <a:r>
              <a:rPr lang="en-US" altLang="ko-KR" dirty="0"/>
              <a:t>Some variables like duration, number of employees, </a:t>
            </a:r>
            <a:r>
              <a:rPr lang="en-US" altLang="ko-KR" dirty="0" err="1"/>
              <a:t>pdays</a:t>
            </a:r>
            <a:r>
              <a:rPr lang="en-US" altLang="ko-KR" dirty="0"/>
              <a:t>, </a:t>
            </a:r>
            <a:r>
              <a:rPr lang="en-US" altLang="ko-KR" dirty="0" err="1"/>
              <a:t>poutcome</a:t>
            </a:r>
            <a:r>
              <a:rPr lang="en-US" altLang="ko-KR" dirty="0"/>
              <a:t>, and euribor3m showed high correlation.</a:t>
            </a:r>
          </a:p>
          <a:p>
            <a:endParaRPr lang="en-US" altLang="ko-KR" dirty="0"/>
          </a:p>
          <a:p>
            <a:r>
              <a:rPr lang="en-US" altLang="ko-KR" dirty="0"/>
              <a:t>However, in supervised learning, only a few variables such as euribor3m, employment indicators, and month showed high importance.</a:t>
            </a:r>
          </a:p>
          <a:p>
            <a:endParaRPr lang="en-US" altLang="ko-KR" dirty="0"/>
          </a:p>
          <a:p>
            <a:r>
              <a:rPr lang="en-US" altLang="ko-KR" dirty="0"/>
              <a:t>This difference happens because correlation measures relationships between variables, while supervised learning measures impact on prediction.</a:t>
            </a:r>
          </a:p>
          <a:p>
            <a:endParaRPr lang="en-US" altLang="ko-KR" dirty="0"/>
          </a:p>
          <a:p>
            <a:r>
              <a:rPr lang="en-US" altLang="ko-KR" dirty="0"/>
              <a:t>So even if variables are related to each other, they may not all be useful for prediction.</a:t>
            </a:r>
          </a:p>
          <a:p>
            <a:endParaRPr lang="en-US" altLang="ko-KR" dirty="0"/>
          </a:p>
          <a:p>
            <a:r>
              <a:rPr lang="en-US" altLang="ko-KR" dirty="0"/>
              <a:t>This helped us identify the most practical features for real marketing use.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9B243-0512-4BC5-85B5-75893B2C79C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790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Finally, I will explain the business impact of our model.</a:t>
            </a:r>
          </a:p>
          <a:p>
            <a:endParaRPr lang="en-US" altLang="ko-KR" dirty="0"/>
          </a:p>
          <a:p>
            <a:r>
              <a:rPr lang="en-US" altLang="ko-KR" dirty="0"/>
              <a:t>By applying our predictive model, we can significantly improve marketing efficiency.</a:t>
            </a:r>
          </a:p>
          <a:p>
            <a:endParaRPr lang="en-US" altLang="ko-KR" dirty="0"/>
          </a:p>
          <a:p>
            <a:r>
              <a:rPr lang="en-US" altLang="ko-KR" dirty="0"/>
              <a:t>First, unnecessary calls can be reduced by about 70%.</a:t>
            </a:r>
          </a:p>
          <a:p>
            <a:endParaRPr lang="en-US" altLang="ko-KR" dirty="0"/>
          </a:p>
          <a:p>
            <a:r>
              <a:rPr lang="en-US" altLang="ko-KR" dirty="0"/>
              <a:t>This means we contact fewer uninterested customers.</a:t>
            </a:r>
          </a:p>
          <a:p>
            <a:endParaRPr lang="en-US" altLang="ko-KR" dirty="0"/>
          </a:p>
          <a:p>
            <a:r>
              <a:rPr lang="en-US" altLang="ko-KR" dirty="0"/>
              <a:t>Second, marketing success rate improves from 11.3% to 26.4%.</a:t>
            </a:r>
          </a:p>
          <a:p>
            <a:endParaRPr lang="en-US" altLang="ko-KR" dirty="0"/>
          </a:p>
          <a:p>
            <a:r>
              <a:rPr lang="en-US" altLang="ko-KR" dirty="0"/>
              <a:t>That is about 2.3 times higher than before.</a:t>
            </a:r>
          </a:p>
          <a:p>
            <a:endParaRPr lang="en-US" altLang="ko-KR" dirty="0"/>
          </a:p>
          <a:p>
            <a:r>
              <a:rPr lang="en-US" altLang="ko-KR" dirty="0"/>
              <a:t>This shows that targeting the right customers increases campaign effectiveness.</a:t>
            </a:r>
          </a:p>
          <a:p>
            <a:endParaRPr lang="en-US" altLang="ko-KR" dirty="0"/>
          </a:p>
          <a:p>
            <a:r>
              <a:rPr lang="en-US" altLang="ko-KR" dirty="0"/>
              <a:t>Third, marketing cost can be reduced by approximately 140 million won.</a:t>
            </a:r>
          </a:p>
          <a:p>
            <a:endParaRPr lang="en-US" altLang="ko-KR" dirty="0"/>
          </a:p>
          <a:p>
            <a:r>
              <a:rPr lang="en-US" altLang="ko-KR" dirty="0"/>
              <a:t>As a result, overall return on investment, or ROI, is maximized.</a:t>
            </a:r>
          </a:p>
          <a:p>
            <a:endParaRPr lang="en-US" altLang="ko-KR" dirty="0"/>
          </a:p>
          <a:p>
            <a:r>
              <a:rPr lang="en-US" altLang="ko-KR" dirty="0"/>
              <a:t>In short, our model helps banks save cost while increasing marketing success.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9B243-0512-4BC5-85B5-75893B2C79C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352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To summarize,</a:t>
            </a:r>
          </a:p>
          <a:p>
            <a:endParaRPr lang="en-US" altLang="ko-KR" dirty="0"/>
          </a:p>
          <a:p>
            <a:r>
              <a:rPr lang="en-US" altLang="ko-KR" dirty="0"/>
              <a:t>Our supervised learning model successfully predicts potential subscribers.</a:t>
            </a:r>
          </a:p>
          <a:p>
            <a:endParaRPr lang="en-US" altLang="ko-KR" dirty="0"/>
          </a:p>
          <a:p>
            <a:r>
              <a:rPr lang="en-US" altLang="ko-KR" dirty="0"/>
              <a:t>Economic indicators and campaign timing were the most influential factors.</a:t>
            </a:r>
          </a:p>
          <a:p>
            <a:endParaRPr lang="en-US" altLang="ko-KR" dirty="0"/>
          </a:p>
          <a:p>
            <a:r>
              <a:rPr lang="en-US" altLang="ko-KR" dirty="0"/>
              <a:t>By using this model, banks can improve marketing performance, reduce cost, and make smarter decisions.</a:t>
            </a:r>
          </a:p>
          <a:p>
            <a:endParaRPr lang="en-US" altLang="ko-KR" dirty="0"/>
          </a:p>
          <a:p>
            <a:r>
              <a:rPr lang="en-US" altLang="ko-KR"/>
              <a:t>Thank you for listening.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D9B243-0512-4BC5-85B5-75893B2C79C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957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71A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jp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7715" y="4481293"/>
            <a:ext cx="14012938" cy="132067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0273" y="6067878"/>
            <a:ext cx="5984037" cy="10348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76467" y="2546224"/>
            <a:ext cx="4709853" cy="3877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91123" y="8932167"/>
            <a:ext cx="5195909" cy="3907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067" y="1811076"/>
            <a:ext cx="18460720" cy="73660"/>
          </a:xfrm>
          <a:custGeom>
            <a:avLst/>
            <a:gdLst/>
            <a:ahLst/>
            <a:cxnLst/>
            <a:rect l="l" t="t" r="r" b="b"/>
            <a:pathLst>
              <a:path w="18460720" h="73660">
                <a:moveTo>
                  <a:pt x="18460250" y="41910"/>
                </a:moveTo>
                <a:lnTo>
                  <a:pt x="18460212" y="21590"/>
                </a:lnTo>
                <a:lnTo>
                  <a:pt x="18460174" y="0"/>
                </a:lnTo>
                <a:lnTo>
                  <a:pt x="0" y="31419"/>
                </a:lnTo>
                <a:lnTo>
                  <a:pt x="38" y="53009"/>
                </a:lnTo>
                <a:lnTo>
                  <a:pt x="63" y="73329"/>
                </a:lnTo>
                <a:lnTo>
                  <a:pt x="18460250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591" y="1029078"/>
            <a:ext cx="5929413" cy="51893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7336" y="2502541"/>
            <a:ext cx="6565245" cy="67746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54073" y="10043672"/>
            <a:ext cx="222401" cy="2219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24696" y="9965769"/>
            <a:ext cx="7421923" cy="439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34267" y="4031290"/>
            <a:ext cx="732961" cy="68060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64380" y="4204688"/>
            <a:ext cx="4576820" cy="44145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5355926" y="4118199"/>
            <a:ext cx="1062355" cy="402590"/>
          </a:xfrm>
          <a:custGeom>
            <a:avLst/>
            <a:gdLst/>
            <a:ahLst/>
            <a:cxnLst/>
            <a:rect l="l" t="t" r="r" b="b"/>
            <a:pathLst>
              <a:path w="1062355" h="402589">
                <a:moveTo>
                  <a:pt x="232977" y="331927"/>
                </a:moveTo>
                <a:lnTo>
                  <a:pt x="0" y="331927"/>
                </a:lnTo>
                <a:lnTo>
                  <a:pt x="0" y="394752"/>
                </a:lnTo>
                <a:lnTo>
                  <a:pt x="232977" y="394752"/>
                </a:lnTo>
                <a:lnTo>
                  <a:pt x="232977" y="331927"/>
                </a:lnTo>
                <a:close/>
              </a:path>
              <a:path w="1062355" h="402589">
                <a:moveTo>
                  <a:pt x="160204" y="6806"/>
                </a:moveTo>
                <a:lnTo>
                  <a:pt x="103138" y="6806"/>
                </a:lnTo>
                <a:lnTo>
                  <a:pt x="93779" y="12565"/>
                </a:lnTo>
                <a:lnTo>
                  <a:pt x="84028" y="17800"/>
                </a:lnTo>
                <a:lnTo>
                  <a:pt x="40312" y="33506"/>
                </a:lnTo>
                <a:lnTo>
                  <a:pt x="13088" y="39265"/>
                </a:lnTo>
                <a:lnTo>
                  <a:pt x="13088" y="87431"/>
                </a:lnTo>
                <a:lnTo>
                  <a:pt x="83767" y="87431"/>
                </a:lnTo>
                <a:lnTo>
                  <a:pt x="83767" y="331927"/>
                </a:lnTo>
                <a:lnTo>
                  <a:pt x="160204" y="331927"/>
                </a:lnTo>
                <a:lnTo>
                  <a:pt x="160204" y="6806"/>
                </a:lnTo>
                <a:close/>
              </a:path>
              <a:path w="1062355" h="402589">
                <a:moveTo>
                  <a:pt x="541786" y="331927"/>
                </a:moveTo>
                <a:lnTo>
                  <a:pt x="308809" y="331927"/>
                </a:lnTo>
                <a:lnTo>
                  <a:pt x="308809" y="394752"/>
                </a:lnTo>
                <a:lnTo>
                  <a:pt x="541786" y="394752"/>
                </a:lnTo>
                <a:lnTo>
                  <a:pt x="541786" y="331927"/>
                </a:lnTo>
                <a:close/>
              </a:path>
              <a:path w="1062355" h="402589">
                <a:moveTo>
                  <a:pt x="469013" y="6806"/>
                </a:moveTo>
                <a:lnTo>
                  <a:pt x="411947" y="6806"/>
                </a:lnTo>
                <a:lnTo>
                  <a:pt x="402589" y="12565"/>
                </a:lnTo>
                <a:lnTo>
                  <a:pt x="392838" y="17800"/>
                </a:lnTo>
                <a:lnTo>
                  <a:pt x="349122" y="33506"/>
                </a:lnTo>
                <a:lnTo>
                  <a:pt x="321897" y="39265"/>
                </a:lnTo>
                <a:lnTo>
                  <a:pt x="321897" y="87431"/>
                </a:lnTo>
                <a:lnTo>
                  <a:pt x="392576" y="87431"/>
                </a:lnTo>
                <a:lnTo>
                  <a:pt x="392576" y="331927"/>
                </a:lnTo>
                <a:lnTo>
                  <a:pt x="469013" y="331927"/>
                </a:lnTo>
                <a:lnTo>
                  <a:pt x="469013" y="6806"/>
                </a:lnTo>
                <a:close/>
              </a:path>
              <a:path w="1062355" h="402589">
                <a:moveTo>
                  <a:pt x="954781" y="0"/>
                </a:moveTo>
                <a:lnTo>
                  <a:pt x="909232" y="0"/>
                </a:lnTo>
                <a:lnTo>
                  <a:pt x="698244" y="402082"/>
                </a:lnTo>
                <a:lnTo>
                  <a:pt x="744316" y="402082"/>
                </a:lnTo>
                <a:lnTo>
                  <a:pt x="954781" y="0"/>
                </a:lnTo>
                <a:close/>
              </a:path>
              <a:path w="1062355" h="402589">
                <a:moveTo>
                  <a:pt x="967869" y="156016"/>
                </a:moveTo>
                <a:lnTo>
                  <a:pt x="929781" y="164262"/>
                </a:lnTo>
                <a:lnTo>
                  <a:pt x="899808" y="188083"/>
                </a:lnTo>
                <a:lnTo>
                  <a:pt x="879881" y="226400"/>
                </a:lnTo>
                <a:lnTo>
                  <a:pt x="876211" y="241877"/>
                </a:lnTo>
                <a:lnTo>
                  <a:pt x="876118" y="242270"/>
                </a:lnTo>
                <a:lnTo>
                  <a:pt x="873860" y="259645"/>
                </a:lnTo>
                <a:lnTo>
                  <a:pt x="873108" y="278525"/>
                </a:lnTo>
                <a:lnTo>
                  <a:pt x="873860" y="297209"/>
                </a:lnTo>
                <a:lnTo>
                  <a:pt x="885149" y="345015"/>
                </a:lnTo>
                <a:lnTo>
                  <a:pt x="908709" y="379275"/>
                </a:lnTo>
                <a:lnTo>
                  <a:pt x="941692" y="398417"/>
                </a:lnTo>
                <a:lnTo>
                  <a:pt x="967869" y="402082"/>
                </a:lnTo>
                <a:lnTo>
                  <a:pt x="981089" y="401165"/>
                </a:lnTo>
                <a:lnTo>
                  <a:pt x="1026179" y="379275"/>
                </a:lnTo>
                <a:lnTo>
                  <a:pt x="1042910" y="358104"/>
                </a:lnTo>
                <a:lnTo>
                  <a:pt x="967869" y="358104"/>
                </a:lnTo>
                <a:lnTo>
                  <a:pt x="959591" y="356959"/>
                </a:lnTo>
                <a:lnTo>
                  <a:pt x="930436" y="315042"/>
                </a:lnTo>
                <a:lnTo>
                  <a:pt x="927556" y="278525"/>
                </a:lnTo>
                <a:lnTo>
                  <a:pt x="928233" y="259645"/>
                </a:lnTo>
                <a:lnTo>
                  <a:pt x="928276" y="258434"/>
                </a:lnTo>
                <a:lnTo>
                  <a:pt x="939074" y="217794"/>
                </a:lnTo>
                <a:lnTo>
                  <a:pt x="967869" y="199993"/>
                </a:lnTo>
                <a:lnTo>
                  <a:pt x="1043321" y="199993"/>
                </a:lnTo>
                <a:lnTo>
                  <a:pt x="1042932" y="199241"/>
                </a:lnTo>
                <a:lnTo>
                  <a:pt x="1016035" y="170675"/>
                </a:lnTo>
                <a:lnTo>
                  <a:pt x="981089" y="156932"/>
                </a:lnTo>
                <a:lnTo>
                  <a:pt x="967869" y="156016"/>
                </a:lnTo>
                <a:close/>
              </a:path>
              <a:path w="1062355" h="402589">
                <a:moveTo>
                  <a:pt x="1043321" y="199993"/>
                </a:moveTo>
                <a:lnTo>
                  <a:pt x="967869" y="199993"/>
                </a:lnTo>
                <a:lnTo>
                  <a:pt x="975919" y="201106"/>
                </a:lnTo>
                <a:lnTo>
                  <a:pt x="983314" y="204444"/>
                </a:lnTo>
                <a:lnTo>
                  <a:pt x="1004779" y="241615"/>
                </a:lnTo>
                <a:lnTo>
                  <a:pt x="1007659" y="278525"/>
                </a:lnTo>
                <a:lnTo>
                  <a:pt x="1006977" y="297209"/>
                </a:lnTo>
                <a:lnTo>
                  <a:pt x="996141" y="339780"/>
                </a:lnTo>
                <a:lnTo>
                  <a:pt x="967869" y="358104"/>
                </a:lnTo>
                <a:lnTo>
                  <a:pt x="1042916" y="358104"/>
                </a:lnTo>
                <a:lnTo>
                  <a:pt x="1058966" y="314519"/>
                </a:lnTo>
                <a:lnTo>
                  <a:pt x="1062107" y="278525"/>
                </a:lnTo>
                <a:lnTo>
                  <a:pt x="1061322" y="259645"/>
                </a:lnTo>
                <a:lnTo>
                  <a:pt x="1058966" y="242270"/>
                </a:lnTo>
                <a:lnTo>
                  <a:pt x="1055039" y="226400"/>
                </a:lnTo>
                <a:lnTo>
                  <a:pt x="1049542" y="212035"/>
                </a:lnTo>
                <a:lnTo>
                  <a:pt x="1043321" y="199993"/>
                </a:lnTo>
                <a:close/>
              </a:path>
              <a:path w="1062355" h="402589">
                <a:moveTo>
                  <a:pt x="685679" y="0"/>
                </a:moveTo>
                <a:lnTo>
                  <a:pt x="648082" y="8245"/>
                </a:lnTo>
                <a:lnTo>
                  <a:pt x="617880" y="32067"/>
                </a:lnTo>
                <a:lnTo>
                  <a:pt x="598214" y="70351"/>
                </a:lnTo>
                <a:lnTo>
                  <a:pt x="594545" y="85730"/>
                </a:lnTo>
                <a:lnTo>
                  <a:pt x="594451" y="86123"/>
                </a:lnTo>
                <a:lnTo>
                  <a:pt x="592193" y="103334"/>
                </a:lnTo>
                <a:lnTo>
                  <a:pt x="591441" y="121985"/>
                </a:lnTo>
                <a:lnTo>
                  <a:pt x="592193" y="140669"/>
                </a:lnTo>
                <a:lnTo>
                  <a:pt x="603482" y="188475"/>
                </a:lnTo>
                <a:lnTo>
                  <a:pt x="626846" y="222735"/>
                </a:lnTo>
                <a:lnTo>
                  <a:pt x="659894" y="241877"/>
                </a:lnTo>
                <a:lnTo>
                  <a:pt x="685679" y="245542"/>
                </a:lnTo>
                <a:lnTo>
                  <a:pt x="699356" y="244626"/>
                </a:lnTo>
                <a:lnTo>
                  <a:pt x="734892" y="230883"/>
                </a:lnTo>
                <a:lnTo>
                  <a:pt x="761410" y="202088"/>
                </a:lnTo>
                <a:lnTo>
                  <a:pt x="685679" y="202088"/>
                </a:lnTo>
                <a:lnTo>
                  <a:pt x="677597" y="200942"/>
                </a:lnTo>
                <a:lnTo>
                  <a:pt x="651845" y="172835"/>
                </a:lnTo>
                <a:lnTo>
                  <a:pt x="645366" y="121985"/>
                </a:lnTo>
                <a:lnTo>
                  <a:pt x="646049" y="103334"/>
                </a:lnTo>
                <a:lnTo>
                  <a:pt x="646086" y="102320"/>
                </a:lnTo>
                <a:lnTo>
                  <a:pt x="648194" y="86123"/>
                </a:lnTo>
                <a:lnTo>
                  <a:pt x="648245" y="85730"/>
                </a:lnTo>
                <a:lnTo>
                  <a:pt x="670103" y="48035"/>
                </a:lnTo>
                <a:lnTo>
                  <a:pt x="685679" y="43454"/>
                </a:lnTo>
                <a:lnTo>
                  <a:pt x="761907" y="43454"/>
                </a:lnTo>
                <a:lnTo>
                  <a:pt x="761789" y="43225"/>
                </a:lnTo>
                <a:lnTo>
                  <a:pt x="734892" y="14659"/>
                </a:lnTo>
                <a:lnTo>
                  <a:pt x="699356" y="916"/>
                </a:lnTo>
                <a:lnTo>
                  <a:pt x="685679" y="0"/>
                </a:lnTo>
                <a:close/>
              </a:path>
              <a:path w="1062355" h="402589">
                <a:moveTo>
                  <a:pt x="761907" y="43454"/>
                </a:moveTo>
                <a:lnTo>
                  <a:pt x="685679" y="43454"/>
                </a:lnTo>
                <a:lnTo>
                  <a:pt x="693728" y="44599"/>
                </a:lnTo>
                <a:lnTo>
                  <a:pt x="701123" y="48035"/>
                </a:lnTo>
                <a:lnTo>
                  <a:pt x="722981" y="85730"/>
                </a:lnTo>
                <a:lnTo>
                  <a:pt x="725992" y="121985"/>
                </a:lnTo>
                <a:lnTo>
                  <a:pt x="725287" y="140669"/>
                </a:lnTo>
                <a:lnTo>
                  <a:pt x="725239" y="141945"/>
                </a:lnTo>
                <a:lnTo>
                  <a:pt x="723103" y="157979"/>
                </a:lnTo>
                <a:lnTo>
                  <a:pt x="722981" y="158895"/>
                </a:lnTo>
                <a:lnTo>
                  <a:pt x="701123" y="197507"/>
                </a:lnTo>
                <a:lnTo>
                  <a:pt x="685679" y="202088"/>
                </a:lnTo>
                <a:lnTo>
                  <a:pt x="761410" y="202088"/>
                </a:lnTo>
                <a:lnTo>
                  <a:pt x="777430" y="157979"/>
                </a:lnTo>
                <a:lnTo>
                  <a:pt x="780440" y="121985"/>
                </a:lnTo>
                <a:lnTo>
                  <a:pt x="779688" y="103334"/>
                </a:lnTo>
                <a:lnTo>
                  <a:pt x="777430" y="86123"/>
                </a:lnTo>
                <a:lnTo>
                  <a:pt x="773667" y="70351"/>
                </a:lnTo>
                <a:lnTo>
                  <a:pt x="768399" y="56019"/>
                </a:lnTo>
                <a:lnTo>
                  <a:pt x="761907" y="43454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500915" y="5310875"/>
            <a:ext cx="8284232" cy="109750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481032" y="8326490"/>
            <a:ext cx="8361844" cy="36454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34267" y="7183027"/>
            <a:ext cx="732961" cy="73296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532395" y="7366477"/>
            <a:ext cx="4295744" cy="4418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067" y="1811076"/>
            <a:ext cx="18460720" cy="73660"/>
          </a:xfrm>
          <a:custGeom>
            <a:avLst/>
            <a:gdLst/>
            <a:ahLst/>
            <a:cxnLst/>
            <a:rect l="l" t="t" r="r" b="b"/>
            <a:pathLst>
              <a:path w="18460720" h="73660">
                <a:moveTo>
                  <a:pt x="18460250" y="41910"/>
                </a:moveTo>
                <a:lnTo>
                  <a:pt x="18460212" y="21590"/>
                </a:lnTo>
                <a:lnTo>
                  <a:pt x="18460174" y="0"/>
                </a:lnTo>
                <a:lnTo>
                  <a:pt x="0" y="31419"/>
                </a:lnTo>
                <a:lnTo>
                  <a:pt x="38" y="53009"/>
                </a:lnTo>
                <a:lnTo>
                  <a:pt x="63" y="73329"/>
                </a:lnTo>
                <a:lnTo>
                  <a:pt x="18460250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291" y="1029706"/>
            <a:ext cx="4424065" cy="51830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73792" y="2219827"/>
            <a:ext cx="5748655" cy="8261984"/>
          </a:xfrm>
          <a:custGeom>
            <a:avLst/>
            <a:gdLst/>
            <a:ahLst/>
            <a:cxnLst/>
            <a:rect l="l" t="t" r="r" b="b"/>
            <a:pathLst>
              <a:path w="5748655" h="8261984">
                <a:moveTo>
                  <a:pt x="5591452" y="0"/>
                </a:moveTo>
                <a:lnTo>
                  <a:pt x="157063" y="0"/>
                </a:lnTo>
                <a:lnTo>
                  <a:pt x="107419" y="8007"/>
                </a:lnTo>
                <a:lnTo>
                  <a:pt x="64303" y="30304"/>
                </a:lnTo>
                <a:lnTo>
                  <a:pt x="30304" y="64303"/>
                </a:lnTo>
                <a:lnTo>
                  <a:pt x="8007" y="107419"/>
                </a:lnTo>
                <a:lnTo>
                  <a:pt x="0" y="157063"/>
                </a:lnTo>
                <a:lnTo>
                  <a:pt x="0" y="8104465"/>
                </a:lnTo>
                <a:lnTo>
                  <a:pt x="8007" y="8154109"/>
                </a:lnTo>
                <a:lnTo>
                  <a:pt x="30304" y="8197224"/>
                </a:lnTo>
                <a:lnTo>
                  <a:pt x="64303" y="8231224"/>
                </a:lnTo>
                <a:lnTo>
                  <a:pt x="107419" y="8253521"/>
                </a:lnTo>
                <a:lnTo>
                  <a:pt x="157063" y="8261528"/>
                </a:lnTo>
                <a:lnTo>
                  <a:pt x="5591452" y="8261528"/>
                </a:lnTo>
                <a:lnTo>
                  <a:pt x="5641096" y="8253521"/>
                </a:lnTo>
                <a:lnTo>
                  <a:pt x="5684212" y="8231224"/>
                </a:lnTo>
                <a:lnTo>
                  <a:pt x="5718211" y="8197224"/>
                </a:lnTo>
                <a:lnTo>
                  <a:pt x="5740508" y="8154109"/>
                </a:lnTo>
                <a:lnTo>
                  <a:pt x="5748516" y="8104465"/>
                </a:lnTo>
                <a:lnTo>
                  <a:pt x="5748516" y="157063"/>
                </a:lnTo>
                <a:lnTo>
                  <a:pt x="5740508" y="107419"/>
                </a:lnTo>
                <a:lnTo>
                  <a:pt x="5718211" y="64303"/>
                </a:lnTo>
                <a:lnTo>
                  <a:pt x="5684212" y="30304"/>
                </a:lnTo>
                <a:lnTo>
                  <a:pt x="5641096" y="8007"/>
                </a:lnTo>
                <a:lnTo>
                  <a:pt x="5591452" y="0"/>
                </a:lnTo>
                <a:close/>
              </a:path>
            </a:pathLst>
          </a:custGeom>
          <a:solidFill>
            <a:srgbClr val="282F3A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66794" y="2219827"/>
            <a:ext cx="5748655" cy="8261984"/>
          </a:xfrm>
          <a:custGeom>
            <a:avLst/>
            <a:gdLst/>
            <a:ahLst/>
            <a:cxnLst/>
            <a:rect l="l" t="t" r="r" b="b"/>
            <a:pathLst>
              <a:path w="5748655" h="8261984">
                <a:moveTo>
                  <a:pt x="5591452" y="0"/>
                </a:moveTo>
                <a:lnTo>
                  <a:pt x="157063" y="0"/>
                </a:lnTo>
                <a:lnTo>
                  <a:pt x="107419" y="8007"/>
                </a:lnTo>
                <a:lnTo>
                  <a:pt x="64303" y="30304"/>
                </a:lnTo>
                <a:lnTo>
                  <a:pt x="30304" y="64303"/>
                </a:lnTo>
                <a:lnTo>
                  <a:pt x="8007" y="107419"/>
                </a:lnTo>
                <a:lnTo>
                  <a:pt x="0" y="157063"/>
                </a:lnTo>
                <a:lnTo>
                  <a:pt x="0" y="8104465"/>
                </a:lnTo>
                <a:lnTo>
                  <a:pt x="8007" y="8154109"/>
                </a:lnTo>
                <a:lnTo>
                  <a:pt x="30304" y="8197224"/>
                </a:lnTo>
                <a:lnTo>
                  <a:pt x="64303" y="8231224"/>
                </a:lnTo>
                <a:lnTo>
                  <a:pt x="107419" y="8253521"/>
                </a:lnTo>
                <a:lnTo>
                  <a:pt x="157063" y="8261528"/>
                </a:lnTo>
                <a:lnTo>
                  <a:pt x="5591452" y="8261528"/>
                </a:lnTo>
                <a:lnTo>
                  <a:pt x="5641096" y="8253521"/>
                </a:lnTo>
                <a:lnTo>
                  <a:pt x="5684212" y="8231224"/>
                </a:lnTo>
                <a:lnTo>
                  <a:pt x="5718211" y="8197224"/>
                </a:lnTo>
                <a:lnTo>
                  <a:pt x="5740508" y="8154109"/>
                </a:lnTo>
                <a:lnTo>
                  <a:pt x="5748516" y="8104465"/>
                </a:lnTo>
                <a:lnTo>
                  <a:pt x="5748516" y="157063"/>
                </a:lnTo>
                <a:lnTo>
                  <a:pt x="5740508" y="107419"/>
                </a:lnTo>
                <a:lnTo>
                  <a:pt x="5718211" y="64303"/>
                </a:lnTo>
                <a:lnTo>
                  <a:pt x="5684212" y="30304"/>
                </a:lnTo>
                <a:lnTo>
                  <a:pt x="5641096" y="8007"/>
                </a:lnTo>
                <a:lnTo>
                  <a:pt x="5591452" y="0"/>
                </a:lnTo>
                <a:close/>
              </a:path>
            </a:pathLst>
          </a:custGeom>
          <a:solidFill>
            <a:srgbClr val="282F3A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559797" y="2282653"/>
            <a:ext cx="5748655" cy="8261984"/>
          </a:xfrm>
          <a:custGeom>
            <a:avLst/>
            <a:gdLst/>
            <a:ahLst/>
            <a:cxnLst/>
            <a:rect l="l" t="t" r="r" b="b"/>
            <a:pathLst>
              <a:path w="5748655" h="8261984">
                <a:moveTo>
                  <a:pt x="5591452" y="0"/>
                </a:moveTo>
                <a:lnTo>
                  <a:pt x="157063" y="0"/>
                </a:lnTo>
                <a:lnTo>
                  <a:pt x="107419" y="8007"/>
                </a:lnTo>
                <a:lnTo>
                  <a:pt x="64303" y="30304"/>
                </a:lnTo>
                <a:lnTo>
                  <a:pt x="30304" y="64303"/>
                </a:lnTo>
                <a:lnTo>
                  <a:pt x="8007" y="107419"/>
                </a:lnTo>
                <a:lnTo>
                  <a:pt x="0" y="157063"/>
                </a:lnTo>
                <a:lnTo>
                  <a:pt x="0" y="8104465"/>
                </a:lnTo>
                <a:lnTo>
                  <a:pt x="8007" y="8154109"/>
                </a:lnTo>
                <a:lnTo>
                  <a:pt x="30304" y="8197224"/>
                </a:lnTo>
                <a:lnTo>
                  <a:pt x="64303" y="8231224"/>
                </a:lnTo>
                <a:lnTo>
                  <a:pt x="107419" y="8253521"/>
                </a:lnTo>
                <a:lnTo>
                  <a:pt x="157063" y="8261528"/>
                </a:lnTo>
                <a:lnTo>
                  <a:pt x="5591452" y="8261528"/>
                </a:lnTo>
                <a:lnTo>
                  <a:pt x="5641096" y="8253521"/>
                </a:lnTo>
                <a:lnTo>
                  <a:pt x="5684212" y="8231224"/>
                </a:lnTo>
                <a:lnTo>
                  <a:pt x="5718211" y="8197224"/>
                </a:lnTo>
                <a:lnTo>
                  <a:pt x="5740508" y="8154109"/>
                </a:lnTo>
                <a:lnTo>
                  <a:pt x="5748516" y="8104465"/>
                </a:lnTo>
                <a:lnTo>
                  <a:pt x="5748516" y="157063"/>
                </a:lnTo>
                <a:lnTo>
                  <a:pt x="5740508" y="107419"/>
                </a:lnTo>
                <a:lnTo>
                  <a:pt x="5718211" y="64303"/>
                </a:lnTo>
                <a:lnTo>
                  <a:pt x="5684212" y="30304"/>
                </a:lnTo>
                <a:lnTo>
                  <a:pt x="5641096" y="8007"/>
                </a:lnTo>
                <a:lnTo>
                  <a:pt x="5591452" y="0"/>
                </a:lnTo>
                <a:close/>
              </a:path>
            </a:pathLst>
          </a:custGeom>
          <a:solidFill>
            <a:srgbClr val="282F3A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3273" y="2596779"/>
            <a:ext cx="2497459" cy="72249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7027" y="3444921"/>
            <a:ext cx="1612516" cy="110991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388012" y="4998005"/>
            <a:ext cx="791845" cy="285115"/>
          </a:xfrm>
          <a:custGeom>
            <a:avLst/>
            <a:gdLst/>
            <a:ahLst/>
            <a:cxnLst/>
            <a:rect l="l" t="t" r="r" b="b"/>
            <a:pathLst>
              <a:path w="791845" h="285114">
                <a:moveTo>
                  <a:pt x="76521" y="0"/>
                </a:moveTo>
                <a:lnTo>
                  <a:pt x="0" y="0"/>
                </a:lnTo>
                <a:lnTo>
                  <a:pt x="0" y="279321"/>
                </a:lnTo>
                <a:lnTo>
                  <a:pt x="79536" y="279321"/>
                </a:lnTo>
                <a:lnTo>
                  <a:pt x="99562" y="278355"/>
                </a:lnTo>
                <a:lnTo>
                  <a:pt x="151157" y="263866"/>
                </a:lnTo>
                <a:lnTo>
                  <a:pt x="186494" y="234087"/>
                </a:lnTo>
                <a:lnTo>
                  <a:pt x="55788" y="234087"/>
                </a:lnTo>
                <a:lnTo>
                  <a:pt x="55788" y="44857"/>
                </a:lnTo>
                <a:lnTo>
                  <a:pt x="186975" y="44857"/>
                </a:lnTo>
                <a:lnTo>
                  <a:pt x="177355" y="34019"/>
                </a:lnTo>
                <a:lnTo>
                  <a:pt x="133982" y="8481"/>
                </a:lnTo>
                <a:lnTo>
                  <a:pt x="97230" y="942"/>
                </a:lnTo>
                <a:lnTo>
                  <a:pt x="76521" y="0"/>
                </a:lnTo>
                <a:close/>
              </a:path>
              <a:path w="791845" h="285114">
                <a:moveTo>
                  <a:pt x="186975" y="44857"/>
                </a:moveTo>
                <a:lnTo>
                  <a:pt x="72751" y="44857"/>
                </a:lnTo>
                <a:lnTo>
                  <a:pt x="85473" y="45446"/>
                </a:lnTo>
                <a:lnTo>
                  <a:pt x="97253" y="47213"/>
                </a:lnTo>
                <a:lnTo>
                  <a:pt x="134948" y="66249"/>
                </a:lnTo>
                <a:lnTo>
                  <a:pt x="155021" y="107808"/>
                </a:lnTo>
                <a:lnTo>
                  <a:pt x="157565" y="138341"/>
                </a:lnTo>
                <a:lnTo>
                  <a:pt x="156929" y="154526"/>
                </a:lnTo>
                <a:lnTo>
                  <a:pt x="147388" y="193753"/>
                </a:lnTo>
                <a:lnTo>
                  <a:pt x="117985" y="224663"/>
                </a:lnTo>
                <a:lnTo>
                  <a:pt x="72751" y="234087"/>
                </a:lnTo>
                <a:lnTo>
                  <a:pt x="186494" y="234087"/>
                </a:lnTo>
                <a:lnTo>
                  <a:pt x="205155" y="200114"/>
                </a:lnTo>
                <a:lnTo>
                  <a:pt x="213448" y="160911"/>
                </a:lnTo>
                <a:lnTo>
                  <a:pt x="214485" y="138341"/>
                </a:lnTo>
                <a:lnTo>
                  <a:pt x="213425" y="115818"/>
                </a:lnTo>
                <a:lnTo>
                  <a:pt x="210244" y="95368"/>
                </a:lnTo>
                <a:lnTo>
                  <a:pt x="204944" y="76992"/>
                </a:lnTo>
                <a:lnTo>
                  <a:pt x="197522" y="60689"/>
                </a:lnTo>
                <a:lnTo>
                  <a:pt x="188334" y="46388"/>
                </a:lnTo>
                <a:lnTo>
                  <a:pt x="186975" y="44857"/>
                </a:lnTo>
                <a:close/>
              </a:path>
              <a:path w="791845" h="285114">
                <a:moveTo>
                  <a:pt x="422710" y="107431"/>
                </a:moveTo>
                <a:lnTo>
                  <a:pt x="348379" y="107431"/>
                </a:lnTo>
                <a:lnTo>
                  <a:pt x="355290" y="109064"/>
                </a:lnTo>
                <a:lnTo>
                  <a:pt x="360315" y="112331"/>
                </a:lnTo>
                <a:lnTo>
                  <a:pt x="365593" y="115598"/>
                </a:lnTo>
                <a:lnTo>
                  <a:pt x="369362" y="119996"/>
                </a:lnTo>
                <a:lnTo>
                  <a:pt x="371624" y="125524"/>
                </a:lnTo>
                <a:lnTo>
                  <a:pt x="373886" y="130802"/>
                </a:lnTo>
                <a:lnTo>
                  <a:pt x="375142" y="136959"/>
                </a:lnTo>
                <a:lnTo>
                  <a:pt x="375301" y="141404"/>
                </a:lnTo>
                <a:lnTo>
                  <a:pt x="375393" y="143995"/>
                </a:lnTo>
                <a:lnTo>
                  <a:pt x="320641" y="153796"/>
                </a:lnTo>
                <a:lnTo>
                  <a:pt x="283040" y="169628"/>
                </a:lnTo>
                <a:lnTo>
                  <a:pt x="255927" y="205564"/>
                </a:lnTo>
                <a:lnTo>
                  <a:pt x="255829" y="205815"/>
                </a:lnTo>
                <a:lnTo>
                  <a:pt x="254015" y="221647"/>
                </a:lnTo>
                <a:lnTo>
                  <a:pt x="254486" y="230458"/>
                </a:lnTo>
                <a:lnTo>
                  <a:pt x="255900" y="238799"/>
                </a:lnTo>
                <a:lnTo>
                  <a:pt x="276821" y="272159"/>
                </a:lnTo>
                <a:lnTo>
                  <a:pt x="316212" y="284598"/>
                </a:lnTo>
                <a:lnTo>
                  <a:pt x="325282" y="284103"/>
                </a:lnTo>
                <a:lnTo>
                  <a:pt x="365781" y="267730"/>
                </a:lnTo>
                <a:lnTo>
                  <a:pt x="379917" y="256704"/>
                </a:lnTo>
                <a:lnTo>
                  <a:pt x="430805" y="256704"/>
                </a:lnTo>
                <a:lnTo>
                  <a:pt x="430805" y="241249"/>
                </a:lnTo>
                <a:lnTo>
                  <a:pt x="326390" y="241249"/>
                </a:lnTo>
                <a:lnTo>
                  <a:pt x="320057" y="239490"/>
                </a:lnTo>
                <a:lnTo>
                  <a:pt x="319781" y="239490"/>
                </a:lnTo>
                <a:lnTo>
                  <a:pt x="314327" y="235594"/>
                </a:lnTo>
                <a:lnTo>
                  <a:pt x="309301" y="231825"/>
                </a:lnTo>
                <a:lnTo>
                  <a:pt x="306788" y="225794"/>
                </a:lnTo>
                <a:lnTo>
                  <a:pt x="306788" y="211218"/>
                </a:lnTo>
                <a:lnTo>
                  <a:pt x="308829" y="205815"/>
                </a:lnTo>
                <a:lnTo>
                  <a:pt x="308924" y="205564"/>
                </a:lnTo>
                <a:lnTo>
                  <a:pt x="342881" y="184305"/>
                </a:lnTo>
                <a:lnTo>
                  <a:pt x="375393" y="178298"/>
                </a:lnTo>
                <a:lnTo>
                  <a:pt x="430805" y="178298"/>
                </a:lnTo>
                <a:lnTo>
                  <a:pt x="430718" y="153796"/>
                </a:lnTo>
                <a:lnTo>
                  <a:pt x="430340" y="143995"/>
                </a:lnTo>
                <a:lnTo>
                  <a:pt x="430240" y="141404"/>
                </a:lnTo>
                <a:lnTo>
                  <a:pt x="428544" y="127975"/>
                </a:lnTo>
                <a:lnTo>
                  <a:pt x="425798" y="116124"/>
                </a:lnTo>
                <a:lnTo>
                  <a:pt x="425717" y="115771"/>
                </a:lnTo>
                <a:lnTo>
                  <a:pt x="422710" y="107431"/>
                </a:lnTo>
                <a:close/>
              </a:path>
              <a:path w="791845" h="285114">
                <a:moveTo>
                  <a:pt x="430805" y="256704"/>
                </a:moveTo>
                <a:lnTo>
                  <a:pt x="381802" y="256704"/>
                </a:lnTo>
                <a:lnTo>
                  <a:pt x="385571" y="279321"/>
                </a:lnTo>
                <a:lnTo>
                  <a:pt x="430805" y="279321"/>
                </a:lnTo>
                <a:lnTo>
                  <a:pt x="430805" y="256704"/>
                </a:lnTo>
                <a:close/>
              </a:path>
              <a:path w="791845" h="285114">
                <a:moveTo>
                  <a:pt x="430805" y="178298"/>
                </a:moveTo>
                <a:lnTo>
                  <a:pt x="375393" y="178298"/>
                </a:lnTo>
                <a:lnTo>
                  <a:pt x="375393" y="220516"/>
                </a:lnTo>
                <a:lnTo>
                  <a:pt x="368860" y="227050"/>
                </a:lnTo>
                <a:lnTo>
                  <a:pt x="362326" y="232202"/>
                </a:lnTo>
                <a:lnTo>
                  <a:pt x="355792" y="235971"/>
                </a:lnTo>
                <a:lnTo>
                  <a:pt x="349510" y="239490"/>
                </a:lnTo>
                <a:lnTo>
                  <a:pt x="342473" y="241249"/>
                </a:lnTo>
                <a:lnTo>
                  <a:pt x="430805" y="241249"/>
                </a:lnTo>
                <a:lnTo>
                  <a:pt x="430805" y="178298"/>
                </a:lnTo>
                <a:close/>
              </a:path>
              <a:path w="791845" h="285114">
                <a:moveTo>
                  <a:pt x="349761" y="62950"/>
                </a:moveTo>
                <a:lnTo>
                  <a:pt x="310087" y="69123"/>
                </a:lnTo>
                <a:lnTo>
                  <a:pt x="274747" y="83400"/>
                </a:lnTo>
                <a:lnTo>
                  <a:pt x="261931" y="90845"/>
                </a:lnTo>
                <a:lnTo>
                  <a:pt x="281533" y="127786"/>
                </a:lnTo>
                <a:lnTo>
                  <a:pt x="288859" y="123475"/>
                </a:lnTo>
                <a:lnTo>
                  <a:pt x="296139" y="119588"/>
                </a:lnTo>
                <a:lnTo>
                  <a:pt x="339583" y="107431"/>
                </a:lnTo>
                <a:lnTo>
                  <a:pt x="422710" y="107431"/>
                </a:lnTo>
                <a:lnTo>
                  <a:pt x="421759" y="104792"/>
                </a:lnTo>
                <a:lnTo>
                  <a:pt x="394618" y="73505"/>
                </a:lnTo>
                <a:lnTo>
                  <a:pt x="362601" y="63610"/>
                </a:lnTo>
                <a:lnTo>
                  <a:pt x="349761" y="62950"/>
                </a:lnTo>
                <a:close/>
              </a:path>
              <a:path w="791845" h="285114">
                <a:moveTo>
                  <a:pt x="541029" y="111954"/>
                </a:moveTo>
                <a:lnTo>
                  <a:pt x="485994" y="111954"/>
                </a:lnTo>
                <a:lnTo>
                  <a:pt x="485994" y="205815"/>
                </a:lnTo>
                <a:lnTo>
                  <a:pt x="486296" y="213896"/>
                </a:lnTo>
                <a:lnTo>
                  <a:pt x="486418" y="217147"/>
                </a:lnTo>
                <a:lnTo>
                  <a:pt x="496713" y="255290"/>
                </a:lnTo>
                <a:lnTo>
                  <a:pt x="532830" y="282148"/>
                </a:lnTo>
                <a:lnTo>
                  <a:pt x="555353" y="284598"/>
                </a:lnTo>
                <a:lnTo>
                  <a:pt x="564651" y="284598"/>
                </a:lnTo>
                <a:lnTo>
                  <a:pt x="572944" y="283719"/>
                </a:lnTo>
                <a:lnTo>
                  <a:pt x="587771" y="280200"/>
                </a:lnTo>
                <a:lnTo>
                  <a:pt x="594430" y="278441"/>
                </a:lnTo>
                <a:lnTo>
                  <a:pt x="600210" y="276682"/>
                </a:lnTo>
                <a:lnTo>
                  <a:pt x="591843" y="240872"/>
                </a:lnTo>
                <a:lnTo>
                  <a:pt x="560756" y="240872"/>
                </a:lnTo>
                <a:lnTo>
                  <a:pt x="553594" y="237982"/>
                </a:lnTo>
                <a:lnTo>
                  <a:pt x="541050" y="205815"/>
                </a:lnTo>
                <a:lnTo>
                  <a:pt x="541029" y="111954"/>
                </a:lnTo>
                <a:close/>
              </a:path>
              <a:path w="791845" h="285114">
                <a:moveTo>
                  <a:pt x="590786" y="236348"/>
                </a:moveTo>
                <a:lnTo>
                  <a:pt x="588022" y="237354"/>
                </a:lnTo>
                <a:lnTo>
                  <a:pt x="584755" y="238359"/>
                </a:lnTo>
                <a:lnTo>
                  <a:pt x="577216" y="240369"/>
                </a:lnTo>
                <a:lnTo>
                  <a:pt x="573572" y="240872"/>
                </a:lnTo>
                <a:lnTo>
                  <a:pt x="591843" y="240872"/>
                </a:lnTo>
                <a:lnTo>
                  <a:pt x="590786" y="236348"/>
                </a:lnTo>
                <a:close/>
              </a:path>
              <a:path w="791845" h="285114">
                <a:moveTo>
                  <a:pt x="541029" y="11308"/>
                </a:moveTo>
                <a:lnTo>
                  <a:pt x="495417" y="11308"/>
                </a:lnTo>
                <a:lnTo>
                  <a:pt x="489009" y="68228"/>
                </a:lnTo>
                <a:lnTo>
                  <a:pt x="456214" y="70866"/>
                </a:lnTo>
                <a:lnTo>
                  <a:pt x="456214" y="111954"/>
                </a:lnTo>
                <a:lnTo>
                  <a:pt x="593425" y="111954"/>
                </a:lnTo>
                <a:lnTo>
                  <a:pt x="593425" y="68228"/>
                </a:lnTo>
                <a:lnTo>
                  <a:pt x="541029" y="68228"/>
                </a:lnTo>
                <a:lnTo>
                  <a:pt x="541029" y="11308"/>
                </a:lnTo>
                <a:close/>
              </a:path>
              <a:path w="791845" h="285114">
                <a:moveTo>
                  <a:pt x="783465" y="107431"/>
                </a:moveTo>
                <a:lnTo>
                  <a:pt x="709133" y="107431"/>
                </a:lnTo>
                <a:lnTo>
                  <a:pt x="716044" y="109064"/>
                </a:lnTo>
                <a:lnTo>
                  <a:pt x="721070" y="112331"/>
                </a:lnTo>
                <a:lnTo>
                  <a:pt x="726348" y="115598"/>
                </a:lnTo>
                <a:lnTo>
                  <a:pt x="730117" y="119996"/>
                </a:lnTo>
                <a:lnTo>
                  <a:pt x="732379" y="125524"/>
                </a:lnTo>
                <a:lnTo>
                  <a:pt x="734640" y="130802"/>
                </a:lnTo>
                <a:lnTo>
                  <a:pt x="735897" y="136959"/>
                </a:lnTo>
                <a:lnTo>
                  <a:pt x="736056" y="141404"/>
                </a:lnTo>
                <a:lnTo>
                  <a:pt x="736148" y="143995"/>
                </a:lnTo>
                <a:lnTo>
                  <a:pt x="681396" y="153796"/>
                </a:lnTo>
                <a:lnTo>
                  <a:pt x="643795" y="169628"/>
                </a:lnTo>
                <a:lnTo>
                  <a:pt x="616682" y="205564"/>
                </a:lnTo>
                <a:lnTo>
                  <a:pt x="614770" y="221647"/>
                </a:lnTo>
                <a:lnTo>
                  <a:pt x="615241" y="230458"/>
                </a:lnTo>
                <a:lnTo>
                  <a:pt x="631733" y="266881"/>
                </a:lnTo>
                <a:lnTo>
                  <a:pt x="667991" y="284103"/>
                </a:lnTo>
                <a:lnTo>
                  <a:pt x="676967" y="284598"/>
                </a:lnTo>
                <a:lnTo>
                  <a:pt x="686037" y="284103"/>
                </a:lnTo>
                <a:lnTo>
                  <a:pt x="726536" y="267730"/>
                </a:lnTo>
                <a:lnTo>
                  <a:pt x="740672" y="256704"/>
                </a:lnTo>
                <a:lnTo>
                  <a:pt x="791560" y="256704"/>
                </a:lnTo>
                <a:lnTo>
                  <a:pt x="791560" y="241249"/>
                </a:lnTo>
                <a:lnTo>
                  <a:pt x="687144" y="241249"/>
                </a:lnTo>
                <a:lnTo>
                  <a:pt x="680812" y="239490"/>
                </a:lnTo>
                <a:lnTo>
                  <a:pt x="680535" y="239490"/>
                </a:lnTo>
                <a:lnTo>
                  <a:pt x="675082" y="235594"/>
                </a:lnTo>
                <a:lnTo>
                  <a:pt x="670056" y="231825"/>
                </a:lnTo>
                <a:lnTo>
                  <a:pt x="667543" y="225794"/>
                </a:lnTo>
                <a:lnTo>
                  <a:pt x="667543" y="211218"/>
                </a:lnTo>
                <a:lnTo>
                  <a:pt x="703636" y="184305"/>
                </a:lnTo>
                <a:lnTo>
                  <a:pt x="736148" y="178298"/>
                </a:lnTo>
                <a:lnTo>
                  <a:pt x="791560" y="178298"/>
                </a:lnTo>
                <a:lnTo>
                  <a:pt x="791473" y="153796"/>
                </a:lnTo>
                <a:lnTo>
                  <a:pt x="786471" y="115771"/>
                </a:lnTo>
                <a:lnTo>
                  <a:pt x="783465" y="107431"/>
                </a:lnTo>
                <a:close/>
              </a:path>
              <a:path w="791845" h="285114">
                <a:moveTo>
                  <a:pt x="791560" y="256704"/>
                </a:moveTo>
                <a:lnTo>
                  <a:pt x="742556" y="256704"/>
                </a:lnTo>
                <a:lnTo>
                  <a:pt x="746326" y="279321"/>
                </a:lnTo>
                <a:lnTo>
                  <a:pt x="791560" y="279321"/>
                </a:lnTo>
                <a:lnTo>
                  <a:pt x="791560" y="256704"/>
                </a:lnTo>
                <a:close/>
              </a:path>
              <a:path w="791845" h="285114">
                <a:moveTo>
                  <a:pt x="791560" y="178298"/>
                </a:moveTo>
                <a:lnTo>
                  <a:pt x="736148" y="178298"/>
                </a:lnTo>
                <a:lnTo>
                  <a:pt x="736148" y="220516"/>
                </a:lnTo>
                <a:lnTo>
                  <a:pt x="729614" y="227050"/>
                </a:lnTo>
                <a:lnTo>
                  <a:pt x="723081" y="232202"/>
                </a:lnTo>
                <a:lnTo>
                  <a:pt x="716547" y="235971"/>
                </a:lnTo>
                <a:lnTo>
                  <a:pt x="710264" y="239490"/>
                </a:lnTo>
                <a:lnTo>
                  <a:pt x="703228" y="241249"/>
                </a:lnTo>
                <a:lnTo>
                  <a:pt x="791560" y="241249"/>
                </a:lnTo>
                <a:lnTo>
                  <a:pt x="791560" y="178298"/>
                </a:lnTo>
                <a:close/>
              </a:path>
              <a:path w="791845" h="285114">
                <a:moveTo>
                  <a:pt x="710515" y="62950"/>
                </a:moveTo>
                <a:lnTo>
                  <a:pt x="670841" y="69123"/>
                </a:lnTo>
                <a:lnTo>
                  <a:pt x="635502" y="83400"/>
                </a:lnTo>
                <a:lnTo>
                  <a:pt x="622686" y="90845"/>
                </a:lnTo>
                <a:lnTo>
                  <a:pt x="642287" y="127786"/>
                </a:lnTo>
                <a:lnTo>
                  <a:pt x="649614" y="123475"/>
                </a:lnTo>
                <a:lnTo>
                  <a:pt x="656894" y="119588"/>
                </a:lnTo>
                <a:lnTo>
                  <a:pt x="700338" y="107431"/>
                </a:lnTo>
                <a:lnTo>
                  <a:pt x="783465" y="107431"/>
                </a:lnTo>
                <a:lnTo>
                  <a:pt x="782513" y="104792"/>
                </a:lnTo>
                <a:lnTo>
                  <a:pt x="755373" y="73505"/>
                </a:lnTo>
                <a:lnTo>
                  <a:pt x="723355" y="63610"/>
                </a:lnTo>
                <a:lnTo>
                  <a:pt x="710515" y="629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73340" y="4971618"/>
            <a:ext cx="1863004" cy="31098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5884278" y="4955576"/>
            <a:ext cx="929640" cy="306705"/>
          </a:xfrm>
          <a:custGeom>
            <a:avLst/>
            <a:gdLst/>
            <a:ahLst/>
            <a:cxnLst/>
            <a:rect l="l" t="t" r="r" b="b"/>
            <a:pathLst>
              <a:path w="929640" h="306704">
                <a:moveTo>
                  <a:pt x="129671" y="16585"/>
                </a:moveTo>
                <a:lnTo>
                  <a:pt x="115139" y="17269"/>
                </a:lnTo>
                <a:lnTo>
                  <a:pt x="116154" y="17269"/>
                </a:lnTo>
                <a:lnTo>
                  <a:pt x="103944" y="19036"/>
                </a:lnTo>
                <a:lnTo>
                  <a:pt x="57485" y="38449"/>
                </a:lnTo>
                <a:lnTo>
                  <a:pt x="29684" y="64977"/>
                </a:lnTo>
                <a:lnTo>
                  <a:pt x="10177" y="101023"/>
                </a:lnTo>
                <a:lnTo>
                  <a:pt x="636" y="145621"/>
                </a:lnTo>
                <a:lnTo>
                  <a:pt x="71" y="160581"/>
                </a:lnTo>
                <a:lnTo>
                  <a:pt x="0" y="162466"/>
                </a:lnTo>
                <a:lnTo>
                  <a:pt x="5512" y="210032"/>
                </a:lnTo>
                <a:lnTo>
                  <a:pt x="21768" y="248599"/>
                </a:lnTo>
                <a:lnTo>
                  <a:pt x="46506" y="277813"/>
                </a:lnTo>
                <a:lnTo>
                  <a:pt x="89738" y="300996"/>
                </a:lnTo>
                <a:lnTo>
                  <a:pt x="127409" y="306084"/>
                </a:lnTo>
                <a:lnTo>
                  <a:pt x="139346" y="305519"/>
                </a:lnTo>
                <a:lnTo>
                  <a:pt x="140365" y="305519"/>
                </a:lnTo>
                <a:lnTo>
                  <a:pt x="187981" y="290017"/>
                </a:lnTo>
                <a:lnTo>
                  <a:pt x="216747" y="264997"/>
                </a:lnTo>
                <a:lnTo>
                  <a:pt x="210597" y="257835"/>
                </a:lnTo>
                <a:lnTo>
                  <a:pt x="129671" y="257835"/>
                </a:lnTo>
                <a:lnTo>
                  <a:pt x="119069" y="257104"/>
                </a:lnTo>
                <a:lnTo>
                  <a:pt x="83565" y="239694"/>
                </a:lnTo>
                <a:lnTo>
                  <a:pt x="62173" y="201504"/>
                </a:lnTo>
                <a:lnTo>
                  <a:pt x="57366" y="162466"/>
                </a:lnTo>
                <a:lnTo>
                  <a:pt x="57296" y="160581"/>
                </a:lnTo>
                <a:lnTo>
                  <a:pt x="57885" y="146045"/>
                </a:lnTo>
                <a:lnTo>
                  <a:pt x="66720" y="108939"/>
                </a:lnTo>
                <a:lnTo>
                  <a:pt x="92730" y="76144"/>
                </a:lnTo>
                <a:lnTo>
                  <a:pt x="130802" y="64458"/>
                </a:lnTo>
                <a:lnTo>
                  <a:pt x="201589" y="64458"/>
                </a:lnTo>
                <a:lnTo>
                  <a:pt x="211470" y="52396"/>
                </a:lnTo>
                <a:lnTo>
                  <a:pt x="177167" y="27517"/>
                </a:lnTo>
                <a:lnTo>
                  <a:pt x="142676" y="17269"/>
                </a:lnTo>
                <a:lnTo>
                  <a:pt x="129671" y="16585"/>
                </a:lnTo>
                <a:close/>
              </a:path>
              <a:path w="929640" h="306704">
                <a:moveTo>
                  <a:pt x="186968" y="230317"/>
                </a:moveTo>
                <a:lnTo>
                  <a:pt x="154479" y="253594"/>
                </a:lnTo>
                <a:lnTo>
                  <a:pt x="129671" y="257835"/>
                </a:lnTo>
                <a:lnTo>
                  <a:pt x="210597" y="257835"/>
                </a:lnTo>
                <a:lnTo>
                  <a:pt x="186968" y="230317"/>
                </a:lnTo>
                <a:close/>
              </a:path>
              <a:path w="929640" h="306704">
                <a:moveTo>
                  <a:pt x="201589" y="64458"/>
                </a:moveTo>
                <a:lnTo>
                  <a:pt x="130802" y="64458"/>
                </a:lnTo>
                <a:lnTo>
                  <a:pt x="140772" y="64977"/>
                </a:lnTo>
                <a:lnTo>
                  <a:pt x="139220" y="64977"/>
                </a:lnTo>
                <a:lnTo>
                  <a:pt x="177025" y="82811"/>
                </a:lnTo>
                <a:lnTo>
                  <a:pt x="182444" y="87829"/>
                </a:lnTo>
                <a:lnTo>
                  <a:pt x="201589" y="64458"/>
                </a:lnTo>
                <a:close/>
              </a:path>
              <a:path w="929640" h="306704">
                <a:moveTo>
                  <a:pt x="312210" y="0"/>
                </a:moveTo>
                <a:lnTo>
                  <a:pt x="256798" y="0"/>
                </a:lnTo>
                <a:lnTo>
                  <a:pt x="256798" y="241626"/>
                </a:lnTo>
                <a:lnTo>
                  <a:pt x="257078" y="250170"/>
                </a:lnTo>
                <a:lnTo>
                  <a:pt x="257104" y="250955"/>
                </a:lnTo>
                <a:lnTo>
                  <a:pt x="268483" y="288368"/>
                </a:lnTo>
                <a:lnTo>
                  <a:pt x="309194" y="306084"/>
                </a:lnTo>
                <a:lnTo>
                  <a:pt x="315477" y="306084"/>
                </a:lnTo>
                <a:lnTo>
                  <a:pt x="320795" y="305590"/>
                </a:lnTo>
                <a:lnTo>
                  <a:pt x="330178" y="303571"/>
                </a:lnTo>
                <a:lnTo>
                  <a:pt x="334199" y="302441"/>
                </a:lnTo>
                <a:lnTo>
                  <a:pt x="337466" y="301184"/>
                </a:lnTo>
                <a:lnTo>
                  <a:pt x="330805" y="260850"/>
                </a:lnTo>
                <a:lnTo>
                  <a:pt x="320629" y="260850"/>
                </a:lnTo>
                <a:lnTo>
                  <a:pt x="318367" y="259719"/>
                </a:lnTo>
                <a:lnTo>
                  <a:pt x="315603" y="257081"/>
                </a:lnTo>
                <a:lnTo>
                  <a:pt x="313341" y="254568"/>
                </a:lnTo>
                <a:lnTo>
                  <a:pt x="312210" y="250170"/>
                </a:lnTo>
                <a:lnTo>
                  <a:pt x="312210" y="0"/>
                </a:lnTo>
                <a:close/>
              </a:path>
              <a:path w="929640" h="306704">
                <a:moveTo>
                  <a:pt x="330680" y="260096"/>
                </a:moveTo>
                <a:lnTo>
                  <a:pt x="328921" y="260348"/>
                </a:lnTo>
                <a:lnTo>
                  <a:pt x="327539" y="260599"/>
                </a:lnTo>
                <a:lnTo>
                  <a:pt x="326534" y="260850"/>
                </a:lnTo>
                <a:lnTo>
                  <a:pt x="330805" y="260850"/>
                </a:lnTo>
                <a:lnTo>
                  <a:pt x="330680" y="260096"/>
                </a:lnTo>
                <a:close/>
              </a:path>
              <a:path w="929640" h="306704">
                <a:moveTo>
                  <a:pt x="533840" y="128917"/>
                </a:moveTo>
                <a:lnTo>
                  <a:pt x="459509" y="128917"/>
                </a:lnTo>
                <a:lnTo>
                  <a:pt x="466420" y="130550"/>
                </a:lnTo>
                <a:lnTo>
                  <a:pt x="471446" y="133817"/>
                </a:lnTo>
                <a:lnTo>
                  <a:pt x="476723" y="137084"/>
                </a:lnTo>
                <a:lnTo>
                  <a:pt x="480492" y="141482"/>
                </a:lnTo>
                <a:lnTo>
                  <a:pt x="482754" y="147011"/>
                </a:lnTo>
                <a:lnTo>
                  <a:pt x="485016" y="152288"/>
                </a:lnTo>
                <a:lnTo>
                  <a:pt x="486272" y="158445"/>
                </a:lnTo>
                <a:lnTo>
                  <a:pt x="486431" y="162890"/>
                </a:lnTo>
                <a:lnTo>
                  <a:pt x="486524" y="165481"/>
                </a:lnTo>
                <a:lnTo>
                  <a:pt x="431771" y="175282"/>
                </a:lnTo>
                <a:lnTo>
                  <a:pt x="394170" y="191114"/>
                </a:lnTo>
                <a:lnTo>
                  <a:pt x="367057" y="227050"/>
                </a:lnTo>
                <a:lnTo>
                  <a:pt x="365145" y="243133"/>
                </a:lnTo>
                <a:lnTo>
                  <a:pt x="365616" y="251945"/>
                </a:lnTo>
                <a:lnTo>
                  <a:pt x="382108" y="288368"/>
                </a:lnTo>
                <a:lnTo>
                  <a:pt x="418366" y="305590"/>
                </a:lnTo>
                <a:lnTo>
                  <a:pt x="427342" y="306084"/>
                </a:lnTo>
                <a:lnTo>
                  <a:pt x="436413" y="305590"/>
                </a:lnTo>
                <a:lnTo>
                  <a:pt x="476911" y="289216"/>
                </a:lnTo>
                <a:lnTo>
                  <a:pt x="491047" y="278190"/>
                </a:lnTo>
                <a:lnTo>
                  <a:pt x="541936" y="278190"/>
                </a:lnTo>
                <a:lnTo>
                  <a:pt x="541936" y="262735"/>
                </a:lnTo>
                <a:lnTo>
                  <a:pt x="437520" y="262735"/>
                </a:lnTo>
                <a:lnTo>
                  <a:pt x="431187" y="260976"/>
                </a:lnTo>
                <a:lnTo>
                  <a:pt x="430911" y="260976"/>
                </a:lnTo>
                <a:lnTo>
                  <a:pt x="425457" y="257081"/>
                </a:lnTo>
                <a:lnTo>
                  <a:pt x="420431" y="253311"/>
                </a:lnTo>
                <a:lnTo>
                  <a:pt x="417918" y="247280"/>
                </a:lnTo>
                <a:lnTo>
                  <a:pt x="417918" y="232704"/>
                </a:lnTo>
                <a:lnTo>
                  <a:pt x="419960" y="227301"/>
                </a:lnTo>
                <a:lnTo>
                  <a:pt x="420054" y="227050"/>
                </a:lnTo>
                <a:lnTo>
                  <a:pt x="454011" y="205792"/>
                </a:lnTo>
                <a:lnTo>
                  <a:pt x="486524" y="199784"/>
                </a:lnTo>
                <a:lnTo>
                  <a:pt x="541936" y="199784"/>
                </a:lnTo>
                <a:lnTo>
                  <a:pt x="541848" y="175282"/>
                </a:lnTo>
                <a:lnTo>
                  <a:pt x="541470" y="165481"/>
                </a:lnTo>
                <a:lnTo>
                  <a:pt x="541370" y="162890"/>
                </a:lnTo>
                <a:lnTo>
                  <a:pt x="539674" y="149461"/>
                </a:lnTo>
                <a:lnTo>
                  <a:pt x="536929" y="137610"/>
                </a:lnTo>
                <a:lnTo>
                  <a:pt x="536847" y="137257"/>
                </a:lnTo>
                <a:lnTo>
                  <a:pt x="533840" y="128917"/>
                </a:lnTo>
                <a:close/>
              </a:path>
              <a:path w="929640" h="306704">
                <a:moveTo>
                  <a:pt x="541936" y="278190"/>
                </a:moveTo>
                <a:lnTo>
                  <a:pt x="492932" y="278190"/>
                </a:lnTo>
                <a:lnTo>
                  <a:pt x="496701" y="300807"/>
                </a:lnTo>
                <a:lnTo>
                  <a:pt x="541936" y="300807"/>
                </a:lnTo>
                <a:lnTo>
                  <a:pt x="541936" y="278190"/>
                </a:lnTo>
                <a:close/>
              </a:path>
              <a:path w="929640" h="306704">
                <a:moveTo>
                  <a:pt x="541936" y="199784"/>
                </a:moveTo>
                <a:lnTo>
                  <a:pt x="486524" y="199784"/>
                </a:lnTo>
                <a:lnTo>
                  <a:pt x="486524" y="242003"/>
                </a:lnTo>
                <a:lnTo>
                  <a:pt x="479990" y="248536"/>
                </a:lnTo>
                <a:lnTo>
                  <a:pt x="473456" y="253688"/>
                </a:lnTo>
                <a:lnTo>
                  <a:pt x="466922" y="257458"/>
                </a:lnTo>
                <a:lnTo>
                  <a:pt x="460640" y="260976"/>
                </a:lnTo>
                <a:lnTo>
                  <a:pt x="453603" y="262735"/>
                </a:lnTo>
                <a:lnTo>
                  <a:pt x="541936" y="262735"/>
                </a:lnTo>
                <a:lnTo>
                  <a:pt x="541936" y="199784"/>
                </a:lnTo>
                <a:close/>
              </a:path>
              <a:path w="929640" h="306704">
                <a:moveTo>
                  <a:pt x="460891" y="84437"/>
                </a:moveTo>
                <a:lnTo>
                  <a:pt x="421217" y="90609"/>
                </a:lnTo>
                <a:lnTo>
                  <a:pt x="385877" y="104886"/>
                </a:lnTo>
                <a:lnTo>
                  <a:pt x="373061" y="112331"/>
                </a:lnTo>
                <a:lnTo>
                  <a:pt x="392663" y="149272"/>
                </a:lnTo>
                <a:lnTo>
                  <a:pt x="399990" y="144961"/>
                </a:lnTo>
                <a:lnTo>
                  <a:pt x="407270" y="141074"/>
                </a:lnTo>
                <a:lnTo>
                  <a:pt x="450713" y="128917"/>
                </a:lnTo>
                <a:lnTo>
                  <a:pt x="533840" y="128917"/>
                </a:lnTo>
                <a:lnTo>
                  <a:pt x="532889" y="126278"/>
                </a:lnTo>
                <a:lnTo>
                  <a:pt x="505748" y="94991"/>
                </a:lnTo>
                <a:lnTo>
                  <a:pt x="473731" y="85096"/>
                </a:lnTo>
                <a:lnTo>
                  <a:pt x="460891" y="84437"/>
                </a:lnTo>
                <a:close/>
              </a:path>
              <a:path w="929640" h="306704">
                <a:moveTo>
                  <a:pt x="603688" y="241626"/>
                </a:moveTo>
                <a:lnTo>
                  <a:pt x="578432" y="276682"/>
                </a:lnTo>
                <a:lnTo>
                  <a:pt x="586702" y="282808"/>
                </a:lnTo>
                <a:lnTo>
                  <a:pt x="595678" y="288368"/>
                </a:lnTo>
                <a:lnTo>
                  <a:pt x="637425" y="304011"/>
                </a:lnTo>
                <a:lnTo>
                  <a:pt x="658723" y="306084"/>
                </a:lnTo>
                <a:lnTo>
                  <a:pt x="671343" y="305566"/>
                </a:lnTo>
                <a:lnTo>
                  <a:pt x="671741" y="305566"/>
                </a:lnTo>
                <a:lnTo>
                  <a:pt x="683279" y="304011"/>
                </a:lnTo>
                <a:lnTo>
                  <a:pt x="683598" y="304011"/>
                </a:lnTo>
                <a:lnTo>
                  <a:pt x="694910" y="301208"/>
                </a:lnTo>
                <a:lnTo>
                  <a:pt x="727682" y="280452"/>
                </a:lnTo>
                <a:lnTo>
                  <a:pt x="737549" y="264620"/>
                </a:lnTo>
                <a:lnTo>
                  <a:pt x="660231" y="264620"/>
                </a:lnTo>
                <a:lnTo>
                  <a:pt x="652762" y="264243"/>
                </a:lnTo>
                <a:lnTo>
                  <a:pt x="610638" y="246644"/>
                </a:lnTo>
                <a:lnTo>
                  <a:pt x="603688" y="241626"/>
                </a:lnTo>
                <a:close/>
              </a:path>
              <a:path w="929640" h="306704">
                <a:moveTo>
                  <a:pt x="668901" y="84437"/>
                </a:moveTo>
                <a:lnTo>
                  <a:pt x="627059" y="92730"/>
                </a:lnTo>
                <a:lnTo>
                  <a:pt x="595631" y="123169"/>
                </a:lnTo>
                <a:lnTo>
                  <a:pt x="590118" y="148895"/>
                </a:lnTo>
                <a:lnTo>
                  <a:pt x="590542" y="155555"/>
                </a:lnTo>
                <a:lnTo>
                  <a:pt x="608494" y="189324"/>
                </a:lnTo>
                <a:lnTo>
                  <a:pt x="646660" y="210716"/>
                </a:lnTo>
                <a:lnTo>
                  <a:pt x="653948" y="213480"/>
                </a:lnTo>
                <a:lnTo>
                  <a:pt x="660985" y="216370"/>
                </a:lnTo>
                <a:lnTo>
                  <a:pt x="667770" y="219385"/>
                </a:lnTo>
                <a:lnTo>
                  <a:pt x="674555" y="222150"/>
                </a:lnTo>
                <a:lnTo>
                  <a:pt x="680083" y="225417"/>
                </a:lnTo>
                <a:lnTo>
                  <a:pt x="684356" y="229186"/>
                </a:lnTo>
                <a:lnTo>
                  <a:pt x="688628" y="232704"/>
                </a:lnTo>
                <a:lnTo>
                  <a:pt x="690764" y="237102"/>
                </a:lnTo>
                <a:lnTo>
                  <a:pt x="690764" y="248913"/>
                </a:lnTo>
                <a:lnTo>
                  <a:pt x="688251" y="254316"/>
                </a:lnTo>
                <a:lnTo>
                  <a:pt x="678450" y="262609"/>
                </a:lnTo>
                <a:lnTo>
                  <a:pt x="670785" y="264620"/>
                </a:lnTo>
                <a:lnTo>
                  <a:pt x="737549" y="264620"/>
                </a:lnTo>
                <a:lnTo>
                  <a:pt x="740333" y="257081"/>
                </a:lnTo>
                <a:lnTo>
                  <a:pt x="742064" y="248913"/>
                </a:lnTo>
                <a:lnTo>
                  <a:pt x="742171" y="248411"/>
                </a:lnTo>
                <a:lnTo>
                  <a:pt x="742783" y="239364"/>
                </a:lnTo>
                <a:lnTo>
                  <a:pt x="742472" y="232704"/>
                </a:lnTo>
                <a:lnTo>
                  <a:pt x="742453" y="232296"/>
                </a:lnTo>
                <a:lnTo>
                  <a:pt x="718156" y="191994"/>
                </a:lnTo>
                <a:lnTo>
                  <a:pt x="704711" y="184706"/>
                </a:lnTo>
                <a:lnTo>
                  <a:pt x="697926" y="181188"/>
                </a:lnTo>
                <a:lnTo>
                  <a:pt x="691015" y="178172"/>
                </a:lnTo>
                <a:lnTo>
                  <a:pt x="683979" y="175659"/>
                </a:lnTo>
                <a:lnTo>
                  <a:pt x="656713" y="165230"/>
                </a:lnTo>
                <a:lnTo>
                  <a:pt x="651561" y="162340"/>
                </a:lnTo>
                <a:lnTo>
                  <a:pt x="647791" y="159073"/>
                </a:lnTo>
                <a:lnTo>
                  <a:pt x="644022" y="155555"/>
                </a:lnTo>
                <a:lnTo>
                  <a:pt x="642137" y="151283"/>
                </a:lnTo>
                <a:lnTo>
                  <a:pt x="642213" y="140061"/>
                </a:lnTo>
                <a:lnTo>
                  <a:pt x="644399" y="135325"/>
                </a:lnTo>
                <a:lnTo>
                  <a:pt x="653445" y="127786"/>
                </a:lnTo>
                <a:lnTo>
                  <a:pt x="660608" y="125901"/>
                </a:lnTo>
                <a:lnTo>
                  <a:pt x="729060" y="125901"/>
                </a:lnTo>
                <a:lnTo>
                  <a:pt x="740521" y="110446"/>
                </a:lnTo>
                <a:lnTo>
                  <a:pt x="700423" y="88889"/>
                </a:lnTo>
                <a:lnTo>
                  <a:pt x="690951" y="86510"/>
                </a:lnTo>
                <a:lnTo>
                  <a:pt x="691242" y="86510"/>
                </a:lnTo>
                <a:lnTo>
                  <a:pt x="680235" y="84955"/>
                </a:lnTo>
                <a:lnTo>
                  <a:pt x="680600" y="84955"/>
                </a:lnTo>
                <a:lnTo>
                  <a:pt x="668901" y="84437"/>
                </a:lnTo>
                <a:close/>
              </a:path>
              <a:path w="929640" h="306704">
                <a:moveTo>
                  <a:pt x="729060" y="125901"/>
                </a:moveTo>
                <a:lnTo>
                  <a:pt x="678199" y="125901"/>
                </a:lnTo>
                <a:lnTo>
                  <a:pt x="685738" y="127535"/>
                </a:lnTo>
                <a:lnTo>
                  <a:pt x="693026" y="130802"/>
                </a:lnTo>
                <a:lnTo>
                  <a:pt x="698680" y="133464"/>
                </a:lnTo>
                <a:lnTo>
                  <a:pt x="704334" y="136550"/>
                </a:lnTo>
                <a:lnTo>
                  <a:pt x="709988" y="140061"/>
                </a:lnTo>
                <a:lnTo>
                  <a:pt x="715643" y="143995"/>
                </a:lnTo>
                <a:lnTo>
                  <a:pt x="729060" y="125901"/>
                </a:lnTo>
                <a:close/>
              </a:path>
              <a:path w="929640" h="306704">
                <a:moveTo>
                  <a:pt x="790323" y="241626"/>
                </a:moveTo>
                <a:lnTo>
                  <a:pt x="765068" y="276682"/>
                </a:lnTo>
                <a:lnTo>
                  <a:pt x="773337" y="282808"/>
                </a:lnTo>
                <a:lnTo>
                  <a:pt x="782313" y="288368"/>
                </a:lnTo>
                <a:lnTo>
                  <a:pt x="824060" y="304011"/>
                </a:lnTo>
                <a:lnTo>
                  <a:pt x="845358" y="306084"/>
                </a:lnTo>
                <a:lnTo>
                  <a:pt x="857978" y="305566"/>
                </a:lnTo>
                <a:lnTo>
                  <a:pt x="858377" y="305566"/>
                </a:lnTo>
                <a:lnTo>
                  <a:pt x="869915" y="304011"/>
                </a:lnTo>
                <a:lnTo>
                  <a:pt x="870234" y="304011"/>
                </a:lnTo>
                <a:lnTo>
                  <a:pt x="881546" y="301208"/>
                </a:lnTo>
                <a:lnTo>
                  <a:pt x="914317" y="280452"/>
                </a:lnTo>
                <a:lnTo>
                  <a:pt x="924184" y="264620"/>
                </a:lnTo>
                <a:lnTo>
                  <a:pt x="846866" y="264620"/>
                </a:lnTo>
                <a:lnTo>
                  <a:pt x="839398" y="264243"/>
                </a:lnTo>
                <a:lnTo>
                  <a:pt x="797273" y="246644"/>
                </a:lnTo>
                <a:lnTo>
                  <a:pt x="790323" y="241626"/>
                </a:lnTo>
                <a:close/>
              </a:path>
              <a:path w="929640" h="306704">
                <a:moveTo>
                  <a:pt x="855536" y="84437"/>
                </a:moveTo>
                <a:lnTo>
                  <a:pt x="813694" y="92730"/>
                </a:lnTo>
                <a:lnTo>
                  <a:pt x="782266" y="123169"/>
                </a:lnTo>
                <a:lnTo>
                  <a:pt x="776753" y="148895"/>
                </a:lnTo>
                <a:lnTo>
                  <a:pt x="777177" y="155555"/>
                </a:lnTo>
                <a:lnTo>
                  <a:pt x="777295" y="157400"/>
                </a:lnTo>
                <a:lnTo>
                  <a:pt x="800760" y="193871"/>
                </a:lnTo>
                <a:lnTo>
                  <a:pt x="840583" y="213480"/>
                </a:lnTo>
                <a:lnTo>
                  <a:pt x="847620" y="216370"/>
                </a:lnTo>
                <a:lnTo>
                  <a:pt x="854405" y="219385"/>
                </a:lnTo>
                <a:lnTo>
                  <a:pt x="861190" y="222150"/>
                </a:lnTo>
                <a:lnTo>
                  <a:pt x="866719" y="225417"/>
                </a:lnTo>
                <a:lnTo>
                  <a:pt x="870991" y="229186"/>
                </a:lnTo>
                <a:lnTo>
                  <a:pt x="875263" y="232704"/>
                </a:lnTo>
                <a:lnTo>
                  <a:pt x="877399" y="237102"/>
                </a:lnTo>
                <a:lnTo>
                  <a:pt x="877399" y="248913"/>
                </a:lnTo>
                <a:lnTo>
                  <a:pt x="874886" y="254316"/>
                </a:lnTo>
                <a:lnTo>
                  <a:pt x="865085" y="262609"/>
                </a:lnTo>
                <a:lnTo>
                  <a:pt x="857421" y="264620"/>
                </a:lnTo>
                <a:lnTo>
                  <a:pt x="924184" y="264620"/>
                </a:lnTo>
                <a:lnTo>
                  <a:pt x="926968" y="257081"/>
                </a:lnTo>
                <a:lnTo>
                  <a:pt x="928699" y="248913"/>
                </a:lnTo>
                <a:lnTo>
                  <a:pt x="928806" y="248411"/>
                </a:lnTo>
                <a:lnTo>
                  <a:pt x="929419" y="239364"/>
                </a:lnTo>
                <a:lnTo>
                  <a:pt x="929108" y="232704"/>
                </a:lnTo>
                <a:lnTo>
                  <a:pt x="904791" y="191994"/>
                </a:lnTo>
                <a:lnTo>
                  <a:pt x="891346" y="184706"/>
                </a:lnTo>
                <a:lnTo>
                  <a:pt x="884561" y="181188"/>
                </a:lnTo>
                <a:lnTo>
                  <a:pt x="877651" y="178172"/>
                </a:lnTo>
                <a:lnTo>
                  <a:pt x="870614" y="175659"/>
                </a:lnTo>
                <a:lnTo>
                  <a:pt x="843348" y="165230"/>
                </a:lnTo>
                <a:lnTo>
                  <a:pt x="838196" y="162340"/>
                </a:lnTo>
                <a:lnTo>
                  <a:pt x="834427" y="159073"/>
                </a:lnTo>
                <a:lnTo>
                  <a:pt x="830657" y="155555"/>
                </a:lnTo>
                <a:lnTo>
                  <a:pt x="828772" y="151283"/>
                </a:lnTo>
                <a:lnTo>
                  <a:pt x="828849" y="140061"/>
                </a:lnTo>
                <a:lnTo>
                  <a:pt x="831034" y="135325"/>
                </a:lnTo>
                <a:lnTo>
                  <a:pt x="840081" y="127786"/>
                </a:lnTo>
                <a:lnTo>
                  <a:pt x="847243" y="125901"/>
                </a:lnTo>
                <a:lnTo>
                  <a:pt x="915696" y="125901"/>
                </a:lnTo>
                <a:lnTo>
                  <a:pt x="927157" y="110446"/>
                </a:lnTo>
                <a:lnTo>
                  <a:pt x="887059" y="88889"/>
                </a:lnTo>
                <a:lnTo>
                  <a:pt x="877586" y="86510"/>
                </a:lnTo>
                <a:lnTo>
                  <a:pt x="877878" y="86510"/>
                </a:lnTo>
                <a:lnTo>
                  <a:pt x="866870" y="84955"/>
                </a:lnTo>
                <a:lnTo>
                  <a:pt x="867235" y="84955"/>
                </a:lnTo>
                <a:lnTo>
                  <a:pt x="855536" y="84437"/>
                </a:lnTo>
                <a:close/>
              </a:path>
              <a:path w="929640" h="306704">
                <a:moveTo>
                  <a:pt x="915696" y="125901"/>
                </a:moveTo>
                <a:lnTo>
                  <a:pt x="864834" y="125901"/>
                </a:lnTo>
                <a:lnTo>
                  <a:pt x="872373" y="127535"/>
                </a:lnTo>
                <a:lnTo>
                  <a:pt x="879661" y="130802"/>
                </a:lnTo>
                <a:lnTo>
                  <a:pt x="885315" y="133464"/>
                </a:lnTo>
                <a:lnTo>
                  <a:pt x="890969" y="136550"/>
                </a:lnTo>
                <a:lnTo>
                  <a:pt x="896624" y="140061"/>
                </a:lnTo>
                <a:lnTo>
                  <a:pt x="902278" y="143995"/>
                </a:lnTo>
                <a:lnTo>
                  <a:pt x="915696" y="125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71951" y="5716475"/>
            <a:ext cx="2440305" cy="721995"/>
          </a:xfrm>
          <a:custGeom>
            <a:avLst/>
            <a:gdLst/>
            <a:ahLst/>
            <a:cxnLst/>
            <a:rect l="l" t="t" r="r" b="b"/>
            <a:pathLst>
              <a:path w="2440304" h="721995">
                <a:moveTo>
                  <a:pt x="351088" y="118739"/>
                </a:moveTo>
                <a:lnTo>
                  <a:pt x="233814" y="118739"/>
                </a:lnTo>
                <a:lnTo>
                  <a:pt x="233423" y="130467"/>
                </a:lnTo>
                <a:lnTo>
                  <a:pt x="233356" y="132482"/>
                </a:lnTo>
                <a:lnTo>
                  <a:pt x="232715" y="147325"/>
                </a:lnTo>
                <a:lnTo>
                  <a:pt x="231890" y="163267"/>
                </a:lnTo>
                <a:lnTo>
                  <a:pt x="230883" y="180308"/>
                </a:lnTo>
                <a:lnTo>
                  <a:pt x="230241" y="196983"/>
                </a:lnTo>
                <a:lnTo>
                  <a:pt x="229783" y="212558"/>
                </a:lnTo>
                <a:lnTo>
                  <a:pt x="229508" y="227034"/>
                </a:lnTo>
                <a:lnTo>
                  <a:pt x="229417" y="555585"/>
                </a:lnTo>
                <a:lnTo>
                  <a:pt x="351088" y="555585"/>
                </a:lnTo>
                <a:lnTo>
                  <a:pt x="351088" y="118739"/>
                </a:lnTo>
                <a:close/>
              </a:path>
              <a:path w="2440304" h="721995">
                <a:moveTo>
                  <a:pt x="351088" y="9528"/>
                </a:moveTo>
                <a:lnTo>
                  <a:pt x="189837" y="9528"/>
                </a:lnTo>
                <a:lnTo>
                  <a:pt x="0" y="329099"/>
                </a:lnTo>
                <a:lnTo>
                  <a:pt x="0" y="419254"/>
                </a:lnTo>
                <a:lnTo>
                  <a:pt x="229455" y="419254"/>
                </a:lnTo>
                <a:lnTo>
                  <a:pt x="229482" y="320304"/>
                </a:lnTo>
                <a:lnTo>
                  <a:pt x="124603" y="320304"/>
                </a:lnTo>
                <a:lnTo>
                  <a:pt x="186905" y="212558"/>
                </a:lnTo>
                <a:lnTo>
                  <a:pt x="204084" y="177376"/>
                </a:lnTo>
                <a:lnTo>
                  <a:pt x="220438" y="142194"/>
                </a:lnTo>
                <a:lnTo>
                  <a:pt x="230883" y="118739"/>
                </a:lnTo>
                <a:lnTo>
                  <a:pt x="351088" y="118739"/>
                </a:lnTo>
                <a:lnTo>
                  <a:pt x="351088" y="9528"/>
                </a:lnTo>
                <a:close/>
              </a:path>
              <a:path w="2440304" h="721995">
                <a:moveTo>
                  <a:pt x="411191" y="320304"/>
                </a:moveTo>
                <a:lnTo>
                  <a:pt x="351088" y="320304"/>
                </a:lnTo>
                <a:lnTo>
                  <a:pt x="351088" y="419254"/>
                </a:lnTo>
                <a:lnTo>
                  <a:pt x="411191" y="419254"/>
                </a:lnTo>
                <a:lnTo>
                  <a:pt x="411191" y="320304"/>
                </a:lnTo>
                <a:close/>
              </a:path>
              <a:path w="2440304" h="721995">
                <a:moveTo>
                  <a:pt x="832186" y="450038"/>
                </a:moveTo>
                <a:lnTo>
                  <a:pt x="487694" y="450038"/>
                </a:lnTo>
                <a:lnTo>
                  <a:pt x="487694" y="555585"/>
                </a:lnTo>
                <a:lnTo>
                  <a:pt x="832186" y="555585"/>
                </a:lnTo>
                <a:lnTo>
                  <a:pt x="832186" y="450038"/>
                </a:lnTo>
                <a:close/>
              </a:path>
              <a:path w="2440304" h="721995">
                <a:moveTo>
                  <a:pt x="733969" y="9528"/>
                </a:moveTo>
                <a:lnTo>
                  <a:pt x="637951" y="9528"/>
                </a:lnTo>
                <a:lnTo>
                  <a:pt x="623475" y="18278"/>
                </a:lnTo>
                <a:lnTo>
                  <a:pt x="608633" y="26203"/>
                </a:lnTo>
                <a:lnTo>
                  <a:pt x="561632" y="45214"/>
                </a:lnTo>
                <a:lnTo>
                  <a:pt x="524251" y="55109"/>
                </a:lnTo>
                <a:lnTo>
                  <a:pt x="503086" y="59369"/>
                </a:lnTo>
                <a:lnTo>
                  <a:pt x="503086" y="139995"/>
                </a:lnTo>
                <a:lnTo>
                  <a:pt x="603502" y="139995"/>
                </a:lnTo>
                <a:lnTo>
                  <a:pt x="603502" y="450038"/>
                </a:lnTo>
                <a:lnTo>
                  <a:pt x="733969" y="450038"/>
                </a:lnTo>
                <a:lnTo>
                  <a:pt x="733969" y="9528"/>
                </a:lnTo>
                <a:close/>
              </a:path>
              <a:path w="2440304" h="721995">
                <a:moveTo>
                  <a:pt x="1011304" y="462499"/>
                </a:moveTo>
                <a:lnTo>
                  <a:pt x="1012301" y="520861"/>
                </a:lnTo>
                <a:lnTo>
                  <a:pt x="1012381" y="525533"/>
                </a:lnTo>
                <a:lnTo>
                  <a:pt x="1012481" y="531397"/>
                </a:lnTo>
                <a:lnTo>
                  <a:pt x="1007089" y="578856"/>
                </a:lnTo>
                <a:lnTo>
                  <a:pt x="974701" y="620864"/>
                </a:lnTo>
                <a:lnTo>
                  <a:pt x="938420" y="643219"/>
                </a:lnTo>
                <a:lnTo>
                  <a:pt x="916019" y="652336"/>
                </a:lnTo>
                <a:lnTo>
                  <a:pt x="942405" y="721967"/>
                </a:lnTo>
                <a:lnTo>
                  <a:pt x="978229" y="708499"/>
                </a:lnTo>
                <a:lnTo>
                  <a:pt x="1036133" y="671118"/>
                </a:lnTo>
                <a:lnTo>
                  <a:pt x="1075850" y="620635"/>
                </a:lnTo>
                <a:lnTo>
                  <a:pt x="1096007" y="559799"/>
                </a:lnTo>
                <a:lnTo>
                  <a:pt x="1096694" y="550454"/>
                </a:lnTo>
                <a:lnTo>
                  <a:pt x="1014969" y="550454"/>
                </a:lnTo>
                <a:lnTo>
                  <a:pt x="1023068" y="549263"/>
                </a:lnTo>
                <a:lnTo>
                  <a:pt x="1052350" y="534329"/>
                </a:lnTo>
                <a:lnTo>
                  <a:pt x="1011304" y="462499"/>
                </a:lnTo>
                <a:close/>
              </a:path>
              <a:path w="2440304" h="721995">
                <a:moveTo>
                  <a:pt x="1009838" y="403862"/>
                </a:moveTo>
                <a:lnTo>
                  <a:pt x="964623" y="415406"/>
                </a:lnTo>
                <a:lnTo>
                  <a:pt x="934343" y="447473"/>
                </a:lnTo>
                <a:lnTo>
                  <a:pt x="928479" y="477158"/>
                </a:lnTo>
                <a:lnTo>
                  <a:pt x="929945" y="493741"/>
                </a:lnTo>
                <a:lnTo>
                  <a:pt x="951934" y="531397"/>
                </a:lnTo>
                <a:lnTo>
                  <a:pt x="991514" y="549263"/>
                </a:lnTo>
                <a:lnTo>
                  <a:pt x="1006173" y="550454"/>
                </a:lnTo>
                <a:lnTo>
                  <a:pt x="1012595" y="550454"/>
                </a:lnTo>
                <a:lnTo>
                  <a:pt x="1012481" y="531397"/>
                </a:lnTo>
                <a:lnTo>
                  <a:pt x="1011304" y="462499"/>
                </a:lnTo>
                <a:lnTo>
                  <a:pt x="1088717" y="462499"/>
                </a:lnTo>
                <a:lnTo>
                  <a:pt x="1063161" y="422002"/>
                </a:lnTo>
                <a:lnTo>
                  <a:pt x="1030178" y="405877"/>
                </a:lnTo>
                <a:lnTo>
                  <a:pt x="1009838" y="403862"/>
                </a:lnTo>
                <a:close/>
              </a:path>
              <a:path w="2440304" h="721995">
                <a:moveTo>
                  <a:pt x="1088717" y="462499"/>
                </a:moveTo>
                <a:lnTo>
                  <a:pt x="1011304" y="462499"/>
                </a:lnTo>
                <a:lnTo>
                  <a:pt x="1052350" y="534329"/>
                </a:lnTo>
                <a:lnTo>
                  <a:pt x="1045945" y="539734"/>
                </a:lnTo>
                <a:lnTo>
                  <a:pt x="1014969" y="550454"/>
                </a:lnTo>
                <a:lnTo>
                  <a:pt x="1096694" y="550454"/>
                </a:lnTo>
                <a:lnTo>
                  <a:pt x="1098526" y="525533"/>
                </a:lnTo>
                <a:lnTo>
                  <a:pt x="1097106" y="498505"/>
                </a:lnTo>
                <a:lnTo>
                  <a:pt x="1092846" y="474592"/>
                </a:lnTo>
                <a:lnTo>
                  <a:pt x="1088717" y="462499"/>
                </a:lnTo>
                <a:close/>
              </a:path>
              <a:path w="2440304" h="721995">
                <a:moveTo>
                  <a:pt x="1535801" y="450038"/>
                </a:moveTo>
                <a:lnTo>
                  <a:pt x="1191309" y="450038"/>
                </a:lnTo>
                <a:lnTo>
                  <a:pt x="1191309" y="555585"/>
                </a:lnTo>
                <a:lnTo>
                  <a:pt x="1535801" y="555585"/>
                </a:lnTo>
                <a:lnTo>
                  <a:pt x="1535801" y="450038"/>
                </a:lnTo>
                <a:close/>
              </a:path>
              <a:path w="2440304" h="721995">
                <a:moveTo>
                  <a:pt x="1437584" y="9528"/>
                </a:moveTo>
                <a:lnTo>
                  <a:pt x="1341566" y="9528"/>
                </a:lnTo>
                <a:lnTo>
                  <a:pt x="1327090" y="18278"/>
                </a:lnTo>
                <a:lnTo>
                  <a:pt x="1312248" y="26203"/>
                </a:lnTo>
                <a:lnTo>
                  <a:pt x="1265247" y="45214"/>
                </a:lnTo>
                <a:lnTo>
                  <a:pt x="1227865" y="55109"/>
                </a:lnTo>
                <a:lnTo>
                  <a:pt x="1206701" y="59369"/>
                </a:lnTo>
                <a:lnTo>
                  <a:pt x="1206701" y="139995"/>
                </a:lnTo>
                <a:lnTo>
                  <a:pt x="1307117" y="139995"/>
                </a:lnTo>
                <a:lnTo>
                  <a:pt x="1307117" y="450038"/>
                </a:lnTo>
                <a:lnTo>
                  <a:pt x="1437584" y="450038"/>
                </a:lnTo>
                <a:lnTo>
                  <a:pt x="1437584" y="9528"/>
                </a:lnTo>
                <a:close/>
              </a:path>
              <a:path w="2440304" h="721995">
                <a:moveTo>
                  <a:pt x="1807272" y="0"/>
                </a:moveTo>
                <a:lnTo>
                  <a:pt x="1759629" y="4581"/>
                </a:lnTo>
                <a:lnTo>
                  <a:pt x="1717850" y="18324"/>
                </a:lnTo>
                <a:lnTo>
                  <a:pt x="1683035" y="39763"/>
                </a:lnTo>
                <a:lnTo>
                  <a:pt x="1656282" y="68898"/>
                </a:lnTo>
                <a:lnTo>
                  <a:pt x="1639790" y="104996"/>
                </a:lnTo>
                <a:lnTo>
                  <a:pt x="1634433" y="145080"/>
                </a:lnTo>
                <a:lnTo>
                  <a:pt x="1634385" y="145859"/>
                </a:lnTo>
                <a:lnTo>
                  <a:pt x="1634293" y="147325"/>
                </a:lnTo>
                <a:lnTo>
                  <a:pt x="1635473" y="167298"/>
                </a:lnTo>
                <a:lnTo>
                  <a:pt x="1635530" y="168260"/>
                </a:lnTo>
                <a:lnTo>
                  <a:pt x="1645378" y="205870"/>
                </a:lnTo>
                <a:lnTo>
                  <a:pt x="1676805" y="252871"/>
                </a:lnTo>
                <a:lnTo>
                  <a:pt x="1705390" y="278525"/>
                </a:lnTo>
                <a:lnTo>
                  <a:pt x="1705390" y="282190"/>
                </a:lnTo>
                <a:lnTo>
                  <a:pt x="1670483" y="305278"/>
                </a:lnTo>
                <a:lnTo>
                  <a:pt x="1641622" y="335330"/>
                </a:lnTo>
                <a:lnTo>
                  <a:pt x="1622565" y="373260"/>
                </a:lnTo>
                <a:lnTo>
                  <a:pt x="1616291" y="412657"/>
                </a:lnTo>
                <a:lnTo>
                  <a:pt x="1616178" y="415222"/>
                </a:lnTo>
                <a:lnTo>
                  <a:pt x="1616065" y="417788"/>
                </a:lnTo>
                <a:lnTo>
                  <a:pt x="1615969" y="419987"/>
                </a:lnTo>
                <a:lnTo>
                  <a:pt x="1617441" y="440418"/>
                </a:lnTo>
                <a:lnTo>
                  <a:pt x="1629574" y="479082"/>
                </a:lnTo>
                <a:lnTo>
                  <a:pt x="1653671" y="511790"/>
                </a:lnTo>
                <a:lnTo>
                  <a:pt x="1687020" y="537444"/>
                </a:lnTo>
                <a:lnTo>
                  <a:pt x="1728799" y="555539"/>
                </a:lnTo>
                <a:lnTo>
                  <a:pt x="1776808" y="564701"/>
                </a:lnTo>
                <a:lnTo>
                  <a:pt x="1802874" y="565846"/>
                </a:lnTo>
                <a:lnTo>
                  <a:pt x="1829479" y="564701"/>
                </a:lnTo>
                <a:lnTo>
                  <a:pt x="1830212" y="564701"/>
                </a:lnTo>
                <a:lnTo>
                  <a:pt x="1880385" y="555127"/>
                </a:lnTo>
                <a:lnTo>
                  <a:pt x="1922942" y="536024"/>
                </a:lnTo>
                <a:lnTo>
                  <a:pt x="1956292" y="509271"/>
                </a:lnTo>
                <a:lnTo>
                  <a:pt x="1979839" y="475921"/>
                </a:lnTo>
                <a:lnTo>
                  <a:pt x="1980234" y="474959"/>
                </a:lnTo>
                <a:lnTo>
                  <a:pt x="1805806" y="474959"/>
                </a:lnTo>
                <a:lnTo>
                  <a:pt x="1797260" y="474547"/>
                </a:lnTo>
                <a:lnTo>
                  <a:pt x="1795972" y="474547"/>
                </a:lnTo>
                <a:lnTo>
                  <a:pt x="1785283" y="472943"/>
                </a:lnTo>
                <a:lnTo>
                  <a:pt x="1750284" y="456452"/>
                </a:lnTo>
                <a:lnTo>
                  <a:pt x="1728020" y="415222"/>
                </a:lnTo>
                <a:lnTo>
                  <a:pt x="1727379" y="404595"/>
                </a:lnTo>
                <a:lnTo>
                  <a:pt x="1728020" y="391905"/>
                </a:lnTo>
                <a:lnTo>
                  <a:pt x="1743138" y="344217"/>
                </a:lnTo>
                <a:lnTo>
                  <a:pt x="1764027" y="315906"/>
                </a:lnTo>
                <a:lnTo>
                  <a:pt x="1959402" y="315906"/>
                </a:lnTo>
                <a:lnTo>
                  <a:pt x="1958445" y="314623"/>
                </a:lnTo>
                <a:lnTo>
                  <a:pt x="1926745" y="285488"/>
                </a:lnTo>
                <a:lnTo>
                  <a:pt x="1901824" y="270462"/>
                </a:lnTo>
                <a:lnTo>
                  <a:pt x="1901824" y="266798"/>
                </a:lnTo>
                <a:lnTo>
                  <a:pt x="1911123" y="259880"/>
                </a:lnTo>
                <a:lnTo>
                  <a:pt x="1919965" y="252322"/>
                </a:lnTo>
                <a:lnTo>
                  <a:pt x="1928348" y="244122"/>
                </a:lnTo>
                <a:lnTo>
                  <a:pt x="1936273" y="235280"/>
                </a:lnTo>
                <a:lnTo>
                  <a:pt x="1835857" y="235280"/>
                </a:lnTo>
                <a:lnTo>
                  <a:pt x="1823076" y="229737"/>
                </a:lnTo>
                <a:lnTo>
                  <a:pt x="1780335" y="206145"/>
                </a:lnTo>
                <a:lnTo>
                  <a:pt x="1754407" y="176323"/>
                </a:lnTo>
                <a:lnTo>
                  <a:pt x="1748635" y="147325"/>
                </a:lnTo>
                <a:lnTo>
                  <a:pt x="1749643" y="133628"/>
                </a:lnTo>
                <a:lnTo>
                  <a:pt x="1773556" y="97987"/>
                </a:lnTo>
                <a:lnTo>
                  <a:pt x="1804340" y="90154"/>
                </a:lnTo>
                <a:lnTo>
                  <a:pt x="1960690" y="90154"/>
                </a:lnTo>
                <a:lnTo>
                  <a:pt x="1959178" y="85802"/>
                </a:lnTo>
                <a:lnTo>
                  <a:pt x="1938930" y="53368"/>
                </a:lnTo>
                <a:lnTo>
                  <a:pt x="1910345" y="28081"/>
                </a:lnTo>
                <a:lnTo>
                  <a:pt x="1873926" y="10307"/>
                </a:lnTo>
                <a:lnTo>
                  <a:pt x="1831047" y="1145"/>
                </a:lnTo>
                <a:lnTo>
                  <a:pt x="1807272" y="0"/>
                </a:lnTo>
                <a:close/>
              </a:path>
              <a:path w="2440304" h="721995">
                <a:moveTo>
                  <a:pt x="1959402" y="315906"/>
                </a:moveTo>
                <a:lnTo>
                  <a:pt x="1764027" y="315906"/>
                </a:lnTo>
                <a:lnTo>
                  <a:pt x="1776167" y="321312"/>
                </a:lnTo>
                <a:lnTo>
                  <a:pt x="1798522" y="331573"/>
                </a:lnTo>
                <a:lnTo>
                  <a:pt x="1835811" y="351546"/>
                </a:lnTo>
                <a:lnTo>
                  <a:pt x="1864443" y="381873"/>
                </a:lnTo>
                <a:lnTo>
                  <a:pt x="1872505" y="412657"/>
                </a:lnTo>
                <a:lnTo>
                  <a:pt x="1871956" y="422827"/>
                </a:lnTo>
                <a:lnTo>
                  <a:pt x="1853265" y="459933"/>
                </a:lnTo>
                <a:lnTo>
                  <a:pt x="1815060" y="474547"/>
                </a:lnTo>
                <a:lnTo>
                  <a:pt x="1805806" y="474959"/>
                </a:lnTo>
                <a:lnTo>
                  <a:pt x="1980234" y="474959"/>
                </a:lnTo>
                <a:lnTo>
                  <a:pt x="1987397" y="457551"/>
                </a:lnTo>
                <a:lnTo>
                  <a:pt x="1991932" y="438173"/>
                </a:lnTo>
                <a:lnTo>
                  <a:pt x="1993444" y="417788"/>
                </a:lnTo>
                <a:lnTo>
                  <a:pt x="1992665" y="399693"/>
                </a:lnTo>
                <a:lnTo>
                  <a:pt x="1990329" y="382789"/>
                </a:lnTo>
                <a:lnTo>
                  <a:pt x="1986503" y="367351"/>
                </a:lnTo>
                <a:lnTo>
                  <a:pt x="1986435" y="367076"/>
                </a:lnTo>
                <a:lnTo>
                  <a:pt x="1980984" y="352554"/>
                </a:lnTo>
                <a:lnTo>
                  <a:pt x="1974570" y="338811"/>
                </a:lnTo>
                <a:lnTo>
                  <a:pt x="1967058" y="326168"/>
                </a:lnTo>
                <a:lnTo>
                  <a:pt x="1959402" y="315906"/>
                </a:lnTo>
                <a:close/>
              </a:path>
              <a:path w="2440304" h="721995">
                <a:moveTo>
                  <a:pt x="1960690" y="90154"/>
                </a:moveTo>
                <a:lnTo>
                  <a:pt x="1804340" y="90154"/>
                </a:lnTo>
                <a:lnTo>
                  <a:pt x="1813502" y="90658"/>
                </a:lnTo>
                <a:lnTo>
                  <a:pt x="1821931" y="92169"/>
                </a:lnTo>
                <a:lnTo>
                  <a:pt x="1853769" y="113334"/>
                </a:lnTo>
                <a:lnTo>
                  <a:pt x="1865176" y="154654"/>
                </a:lnTo>
                <a:lnTo>
                  <a:pt x="1864718" y="164916"/>
                </a:lnTo>
                <a:lnTo>
                  <a:pt x="1853998" y="205870"/>
                </a:lnTo>
                <a:lnTo>
                  <a:pt x="1835857" y="235280"/>
                </a:lnTo>
                <a:lnTo>
                  <a:pt x="1936273" y="235280"/>
                </a:lnTo>
                <a:lnTo>
                  <a:pt x="1961194" y="194234"/>
                </a:lnTo>
                <a:lnTo>
                  <a:pt x="1970653" y="147325"/>
                </a:lnTo>
                <a:lnTo>
                  <a:pt x="1970676" y="145080"/>
                </a:lnTo>
                <a:lnTo>
                  <a:pt x="1969505" y="125382"/>
                </a:lnTo>
                <a:lnTo>
                  <a:pt x="1969440" y="124282"/>
                </a:lnTo>
                <a:lnTo>
                  <a:pt x="1965592" y="104263"/>
                </a:lnTo>
                <a:lnTo>
                  <a:pt x="1960690" y="90154"/>
                </a:lnTo>
                <a:close/>
              </a:path>
              <a:path w="2440304" h="721995">
                <a:moveTo>
                  <a:pt x="2253921" y="0"/>
                </a:moveTo>
                <a:lnTo>
                  <a:pt x="2206278" y="4581"/>
                </a:lnTo>
                <a:lnTo>
                  <a:pt x="2164499" y="18324"/>
                </a:lnTo>
                <a:lnTo>
                  <a:pt x="2129684" y="39763"/>
                </a:lnTo>
                <a:lnTo>
                  <a:pt x="2102930" y="68898"/>
                </a:lnTo>
                <a:lnTo>
                  <a:pt x="2086439" y="104996"/>
                </a:lnTo>
                <a:lnTo>
                  <a:pt x="2081082" y="145080"/>
                </a:lnTo>
                <a:lnTo>
                  <a:pt x="2081033" y="145859"/>
                </a:lnTo>
                <a:lnTo>
                  <a:pt x="2080942" y="147325"/>
                </a:lnTo>
                <a:lnTo>
                  <a:pt x="2082122" y="167298"/>
                </a:lnTo>
                <a:lnTo>
                  <a:pt x="2082178" y="168260"/>
                </a:lnTo>
                <a:lnTo>
                  <a:pt x="2092027" y="205870"/>
                </a:lnTo>
                <a:lnTo>
                  <a:pt x="2123453" y="252871"/>
                </a:lnTo>
                <a:lnTo>
                  <a:pt x="2152039" y="278525"/>
                </a:lnTo>
                <a:lnTo>
                  <a:pt x="2152039" y="282190"/>
                </a:lnTo>
                <a:lnTo>
                  <a:pt x="2117132" y="305278"/>
                </a:lnTo>
                <a:lnTo>
                  <a:pt x="2088271" y="335330"/>
                </a:lnTo>
                <a:lnTo>
                  <a:pt x="2069214" y="373260"/>
                </a:lnTo>
                <a:lnTo>
                  <a:pt x="2062940" y="412657"/>
                </a:lnTo>
                <a:lnTo>
                  <a:pt x="2062827" y="415222"/>
                </a:lnTo>
                <a:lnTo>
                  <a:pt x="2062714" y="417788"/>
                </a:lnTo>
                <a:lnTo>
                  <a:pt x="2062617" y="419987"/>
                </a:lnTo>
                <a:lnTo>
                  <a:pt x="2064090" y="440418"/>
                </a:lnTo>
                <a:lnTo>
                  <a:pt x="2076223" y="479082"/>
                </a:lnTo>
                <a:lnTo>
                  <a:pt x="2100319" y="511790"/>
                </a:lnTo>
                <a:lnTo>
                  <a:pt x="2133669" y="537444"/>
                </a:lnTo>
                <a:lnTo>
                  <a:pt x="2175448" y="555539"/>
                </a:lnTo>
                <a:lnTo>
                  <a:pt x="2223457" y="564701"/>
                </a:lnTo>
                <a:lnTo>
                  <a:pt x="2249523" y="565846"/>
                </a:lnTo>
                <a:lnTo>
                  <a:pt x="2276128" y="564701"/>
                </a:lnTo>
                <a:lnTo>
                  <a:pt x="2276861" y="564701"/>
                </a:lnTo>
                <a:lnTo>
                  <a:pt x="2327034" y="555127"/>
                </a:lnTo>
                <a:lnTo>
                  <a:pt x="2369591" y="536024"/>
                </a:lnTo>
                <a:lnTo>
                  <a:pt x="2402941" y="509271"/>
                </a:lnTo>
                <a:lnTo>
                  <a:pt x="2426487" y="475921"/>
                </a:lnTo>
                <a:lnTo>
                  <a:pt x="2426883" y="474959"/>
                </a:lnTo>
                <a:lnTo>
                  <a:pt x="2252455" y="474959"/>
                </a:lnTo>
                <a:lnTo>
                  <a:pt x="2243909" y="474547"/>
                </a:lnTo>
                <a:lnTo>
                  <a:pt x="2242621" y="474547"/>
                </a:lnTo>
                <a:lnTo>
                  <a:pt x="2231932" y="472943"/>
                </a:lnTo>
                <a:lnTo>
                  <a:pt x="2196933" y="456452"/>
                </a:lnTo>
                <a:lnTo>
                  <a:pt x="2174669" y="415222"/>
                </a:lnTo>
                <a:lnTo>
                  <a:pt x="2174028" y="404595"/>
                </a:lnTo>
                <a:lnTo>
                  <a:pt x="2174669" y="391905"/>
                </a:lnTo>
                <a:lnTo>
                  <a:pt x="2189786" y="344217"/>
                </a:lnTo>
                <a:lnTo>
                  <a:pt x="2210676" y="315906"/>
                </a:lnTo>
                <a:lnTo>
                  <a:pt x="2406051" y="315906"/>
                </a:lnTo>
                <a:lnTo>
                  <a:pt x="2405094" y="314623"/>
                </a:lnTo>
                <a:lnTo>
                  <a:pt x="2373393" y="285488"/>
                </a:lnTo>
                <a:lnTo>
                  <a:pt x="2348473" y="270462"/>
                </a:lnTo>
                <a:lnTo>
                  <a:pt x="2348473" y="266798"/>
                </a:lnTo>
                <a:lnTo>
                  <a:pt x="2357772" y="259880"/>
                </a:lnTo>
                <a:lnTo>
                  <a:pt x="2366614" y="252322"/>
                </a:lnTo>
                <a:lnTo>
                  <a:pt x="2374997" y="244122"/>
                </a:lnTo>
                <a:lnTo>
                  <a:pt x="2382922" y="235280"/>
                </a:lnTo>
                <a:lnTo>
                  <a:pt x="2282506" y="235280"/>
                </a:lnTo>
                <a:lnTo>
                  <a:pt x="2269725" y="229737"/>
                </a:lnTo>
                <a:lnTo>
                  <a:pt x="2226984" y="206145"/>
                </a:lnTo>
                <a:lnTo>
                  <a:pt x="2201056" y="176323"/>
                </a:lnTo>
                <a:lnTo>
                  <a:pt x="2195284" y="147325"/>
                </a:lnTo>
                <a:lnTo>
                  <a:pt x="2196291" y="133628"/>
                </a:lnTo>
                <a:lnTo>
                  <a:pt x="2220204" y="97987"/>
                </a:lnTo>
                <a:lnTo>
                  <a:pt x="2250989" y="90154"/>
                </a:lnTo>
                <a:lnTo>
                  <a:pt x="2407339" y="90154"/>
                </a:lnTo>
                <a:lnTo>
                  <a:pt x="2405827" y="85802"/>
                </a:lnTo>
                <a:lnTo>
                  <a:pt x="2385579" y="53368"/>
                </a:lnTo>
                <a:lnTo>
                  <a:pt x="2356993" y="28081"/>
                </a:lnTo>
                <a:lnTo>
                  <a:pt x="2320574" y="10307"/>
                </a:lnTo>
                <a:lnTo>
                  <a:pt x="2277696" y="1145"/>
                </a:lnTo>
                <a:lnTo>
                  <a:pt x="2253921" y="0"/>
                </a:lnTo>
                <a:close/>
              </a:path>
              <a:path w="2440304" h="721995">
                <a:moveTo>
                  <a:pt x="2406051" y="315906"/>
                </a:moveTo>
                <a:lnTo>
                  <a:pt x="2210676" y="315906"/>
                </a:lnTo>
                <a:lnTo>
                  <a:pt x="2222816" y="321312"/>
                </a:lnTo>
                <a:lnTo>
                  <a:pt x="2245171" y="331573"/>
                </a:lnTo>
                <a:lnTo>
                  <a:pt x="2282460" y="351546"/>
                </a:lnTo>
                <a:lnTo>
                  <a:pt x="2311092" y="381873"/>
                </a:lnTo>
                <a:lnTo>
                  <a:pt x="2319154" y="412657"/>
                </a:lnTo>
                <a:lnTo>
                  <a:pt x="2318605" y="422827"/>
                </a:lnTo>
                <a:lnTo>
                  <a:pt x="2299914" y="459933"/>
                </a:lnTo>
                <a:lnTo>
                  <a:pt x="2261708" y="474547"/>
                </a:lnTo>
                <a:lnTo>
                  <a:pt x="2252455" y="474959"/>
                </a:lnTo>
                <a:lnTo>
                  <a:pt x="2426883" y="474959"/>
                </a:lnTo>
                <a:lnTo>
                  <a:pt x="2434046" y="457551"/>
                </a:lnTo>
                <a:lnTo>
                  <a:pt x="2438581" y="438173"/>
                </a:lnTo>
                <a:lnTo>
                  <a:pt x="2440093" y="417788"/>
                </a:lnTo>
                <a:lnTo>
                  <a:pt x="2439314" y="399693"/>
                </a:lnTo>
                <a:lnTo>
                  <a:pt x="2427633" y="352554"/>
                </a:lnTo>
                <a:lnTo>
                  <a:pt x="2413706" y="326168"/>
                </a:lnTo>
                <a:lnTo>
                  <a:pt x="2406051" y="315906"/>
                </a:lnTo>
                <a:close/>
              </a:path>
              <a:path w="2440304" h="721995">
                <a:moveTo>
                  <a:pt x="2407339" y="90154"/>
                </a:moveTo>
                <a:lnTo>
                  <a:pt x="2250989" y="90154"/>
                </a:lnTo>
                <a:lnTo>
                  <a:pt x="2260151" y="90658"/>
                </a:lnTo>
                <a:lnTo>
                  <a:pt x="2268580" y="92169"/>
                </a:lnTo>
                <a:lnTo>
                  <a:pt x="2300418" y="113334"/>
                </a:lnTo>
                <a:lnTo>
                  <a:pt x="2311825" y="154654"/>
                </a:lnTo>
                <a:lnTo>
                  <a:pt x="2311366" y="164916"/>
                </a:lnTo>
                <a:lnTo>
                  <a:pt x="2300647" y="205870"/>
                </a:lnTo>
                <a:lnTo>
                  <a:pt x="2282506" y="235280"/>
                </a:lnTo>
                <a:lnTo>
                  <a:pt x="2382922" y="235280"/>
                </a:lnTo>
                <a:lnTo>
                  <a:pt x="2407843" y="194234"/>
                </a:lnTo>
                <a:lnTo>
                  <a:pt x="2417302" y="147325"/>
                </a:lnTo>
                <a:lnTo>
                  <a:pt x="2417325" y="145080"/>
                </a:lnTo>
                <a:lnTo>
                  <a:pt x="2416154" y="125382"/>
                </a:lnTo>
                <a:lnTo>
                  <a:pt x="2416088" y="124282"/>
                </a:lnTo>
                <a:lnTo>
                  <a:pt x="2412240" y="104263"/>
                </a:lnTo>
                <a:lnTo>
                  <a:pt x="2407339" y="90154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650531" y="5716475"/>
            <a:ext cx="824230" cy="555625"/>
          </a:xfrm>
          <a:custGeom>
            <a:avLst/>
            <a:gdLst/>
            <a:ahLst/>
            <a:cxnLst/>
            <a:rect l="l" t="t" r="r" b="b"/>
            <a:pathLst>
              <a:path w="824229" h="555625">
                <a:moveTo>
                  <a:pt x="347298" y="101881"/>
                </a:moveTo>
                <a:lnTo>
                  <a:pt x="163450" y="101881"/>
                </a:lnTo>
                <a:lnTo>
                  <a:pt x="174078" y="102431"/>
                </a:lnTo>
                <a:lnTo>
                  <a:pt x="183973" y="104080"/>
                </a:lnTo>
                <a:lnTo>
                  <a:pt x="221217" y="128818"/>
                </a:lnTo>
                <a:lnTo>
                  <a:pt x="233998" y="166886"/>
                </a:lnTo>
                <a:lnTo>
                  <a:pt x="234547" y="178842"/>
                </a:lnTo>
                <a:lnTo>
                  <a:pt x="232761" y="199090"/>
                </a:lnTo>
                <a:lnTo>
                  <a:pt x="218468" y="242335"/>
                </a:lnTo>
                <a:lnTo>
                  <a:pt x="190249" y="288878"/>
                </a:lnTo>
                <a:lnTo>
                  <a:pt x="150303" y="338720"/>
                </a:lnTo>
                <a:lnTo>
                  <a:pt x="99362" y="392317"/>
                </a:lnTo>
                <a:lnTo>
                  <a:pt x="70547" y="420720"/>
                </a:lnTo>
                <a:lnTo>
                  <a:pt x="39625" y="450221"/>
                </a:lnTo>
                <a:lnTo>
                  <a:pt x="6596" y="480823"/>
                </a:lnTo>
                <a:lnTo>
                  <a:pt x="6596" y="555585"/>
                </a:lnTo>
                <a:lnTo>
                  <a:pt x="384805" y="555585"/>
                </a:lnTo>
                <a:lnTo>
                  <a:pt x="384805" y="452970"/>
                </a:lnTo>
                <a:lnTo>
                  <a:pt x="195700" y="452970"/>
                </a:lnTo>
                <a:lnTo>
                  <a:pt x="216315" y="431439"/>
                </a:lnTo>
                <a:lnTo>
                  <a:pt x="255895" y="386729"/>
                </a:lnTo>
                <a:lnTo>
                  <a:pt x="292680" y="339682"/>
                </a:lnTo>
                <a:lnTo>
                  <a:pt x="323098" y="291673"/>
                </a:lnTo>
                <a:lnTo>
                  <a:pt x="346278" y="243114"/>
                </a:lnTo>
                <a:lnTo>
                  <a:pt x="358372" y="195105"/>
                </a:lnTo>
                <a:lnTo>
                  <a:pt x="359884" y="171513"/>
                </a:lnTo>
                <a:lnTo>
                  <a:pt x="358464" y="146363"/>
                </a:lnTo>
                <a:lnTo>
                  <a:pt x="354203" y="122954"/>
                </a:lnTo>
                <a:lnTo>
                  <a:pt x="347298" y="101881"/>
                </a:lnTo>
                <a:close/>
              </a:path>
              <a:path w="824229" h="555625">
                <a:moveTo>
                  <a:pt x="384805" y="445640"/>
                </a:moveTo>
                <a:lnTo>
                  <a:pt x="285122" y="445640"/>
                </a:lnTo>
                <a:lnTo>
                  <a:pt x="275502" y="445778"/>
                </a:lnTo>
                <a:lnTo>
                  <a:pt x="228959" y="448985"/>
                </a:lnTo>
                <a:lnTo>
                  <a:pt x="195700" y="452970"/>
                </a:lnTo>
                <a:lnTo>
                  <a:pt x="384805" y="452970"/>
                </a:lnTo>
                <a:lnTo>
                  <a:pt x="384805" y="445640"/>
                </a:lnTo>
                <a:close/>
              </a:path>
              <a:path w="824229" h="555625">
                <a:moveTo>
                  <a:pt x="181041" y="0"/>
                </a:moveTo>
                <a:lnTo>
                  <a:pt x="152099" y="1328"/>
                </a:lnTo>
                <a:lnTo>
                  <a:pt x="152788" y="1328"/>
                </a:lnTo>
                <a:lnTo>
                  <a:pt x="127168" y="5130"/>
                </a:lnTo>
                <a:lnTo>
                  <a:pt x="81358" y="20522"/>
                </a:lnTo>
                <a:lnTo>
                  <a:pt x="40496" y="46726"/>
                </a:lnTo>
                <a:lnTo>
                  <a:pt x="0" y="84290"/>
                </a:lnTo>
                <a:lnTo>
                  <a:pt x="71097" y="154654"/>
                </a:lnTo>
                <a:lnTo>
                  <a:pt x="81129" y="144393"/>
                </a:lnTo>
                <a:lnTo>
                  <a:pt x="91437" y="134865"/>
                </a:lnTo>
                <a:lnTo>
                  <a:pt x="124557" y="110952"/>
                </a:lnTo>
                <a:lnTo>
                  <a:pt x="163450" y="101881"/>
                </a:lnTo>
                <a:lnTo>
                  <a:pt x="347298" y="101881"/>
                </a:lnTo>
                <a:lnTo>
                  <a:pt x="347103" y="101286"/>
                </a:lnTo>
                <a:lnTo>
                  <a:pt x="324702" y="63034"/>
                </a:lnTo>
                <a:lnTo>
                  <a:pt x="293184" y="32983"/>
                </a:lnTo>
                <a:lnTo>
                  <a:pt x="253192" y="11956"/>
                </a:lnTo>
                <a:lnTo>
                  <a:pt x="206649" y="1328"/>
                </a:lnTo>
                <a:lnTo>
                  <a:pt x="181041" y="0"/>
                </a:lnTo>
                <a:close/>
              </a:path>
              <a:path w="824229" h="555625">
                <a:moveTo>
                  <a:pt x="824124" y="450038"/>
                </a:moveTo>
                <a:lnTo>
                  <a:pt x="479631" y="450038"/>
                </a:lnTo>
                <a:lnTo>
                  <a:pt x="479631" y="555585"/>
                </a:lnTo>
                <a:lnTo>
                  <a:pt x="824124" y="555585"/>
                </a:lnTo>
                <a:lnTo>
                  <a:pt x="824124" y="450038"/>
                </a:lnTo>
                <a:close/>
              </a:path>
              <a:path w="824229" h="555625">
                <a:moveTo>
                  <a:pt x="725907" y="9528"/>
                </a:moveTo>
                <a:lnTo>
                  <a:pt x="629889" y="9528"/>
                </a:lnTo>
                <a:lnTo>
                  <a:pt x="615413" y="18278"/>
                </a:lnTo>
                <a:lnTo>
                  <a:pt x="600570" y="26203"/>
                </a:lnTo>
                <a:lnTo>
                  <a:pt x="553569" y="45214"/>
                </a:lnTo>
                <a:lnTo>
                  <a:pt x="516188" y="55109"/>
                </a:lnTo>
                <a:lnTo>
                  <a:pt x="495024" y="59369"/>
                </a:lnTo>
                <a:lnTo>
                  <a:pt x="495024" y="139995"/>
                </a:lnTo>
                <a:lnTo>
                  <a:pt x="595440" y="139995"/>
                </a:lnTo>
                <a:lnTo>
                  <a:pt x="595440" y="450038"/>
                </a:lnTo>
                <a:lnTo>
                  <a:pt x="725907" y="450038"/>
                </a:lnTo>
                <a:lnTo>
                  <a:pt x="725907" y="9528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211902" y="5716475"/>
            <a:ext cx="822960" cy="566420"/>
          </a:xfrm>
          <a:custGeom>
            <a:avLst/>
            <a:gdLst/>
            <a:ahLst/>
            <a:cxnLst/>
            <a:rect l="l" t="t" r="r" b="b"/>
            <a:pathLst>
              <a:path w="822959" h="566420">
                <a:moveTo>
                  <a:pt x="191303" y="0"/>
                </a:moveTo>
                <a:lnTo>
                  <a:pt x="143660" y="4581"/>
                </a:lnTo>
                <a:lnTo>
                  <a:pt x="101881" y="18324"/>
                </a:lnTo>
                <a:lnTo>
                  <a:pt x="67066" y="39763"/>
                </a:lnTo>
                <a:lnTo>
                  <a:pt x="40312" y="68898"/>
                </a:lnTo>
                <a:lnTo>
                  <a:pt x="23821" y="104996"/>
                </a:lnTo>
                <a:lnTo>
                  <a:pt x="18464" y="145080"/>
                </a:lnTo>
                <a:lnTo>
                  <a:pt x="18415" y="145859"/>
                </a:lnTo>
                <a:lnTo>
                  <a:pt x="18324" y="147325"/>
                </a:lnTo>
                <a:lnTo>
                  <a:pt x="19504" y="167298"/>
                </a:lnTo>
                <a:lnTo>
                  <a:pt x="19560" y="168260"/>
                </a:lnTo>
                <a:lnTo>
                  <a:pt x="23271" y="187821"/>
                </a:lnTo>
                <a:lnTo>
                  <a:pt x="48741" y="238395"/>
                </a:lnTo>
                <a:lnTo>
                  <a:pt x="89421" y="278525"/>
                </a:lnTo>
                <a:lnTo>
                  <a:pt x="89421" y="282190"/>
                </a:lnTo>
                <a:lnTo>
                  <a:pt x="54514" y="305278"/>
                </a:lnTo>
                <a:lnTo>
                  <a:pt x="25653" y="335330"/>
                </a:lnTo>
                <a:lnTo>
                  <a:pt x="6596" y="373260"/>
                </a:lnTo>
                <a:lnTo>
                  <a:pt x="322" y="412657"/>
                </a:lnTo>
                <a:lnTo>
                  <a:pt x="209" y="415222"/>
                </a:lnTo>
                <a:lnTo>
                  <a:pt x="96" y="417788"/>
                </a:lnTo>
                <a:lnTo>
                  <a:pt x="0" y="419987"/>
                </a:lnTo>
                <a:lnTo>
                  <a:pt x="1472" y="440418"/>
                </a:lnTo>
                <a:lnTo>
                  <a:pt x="13605" y="479082"/>
                </a:lnTo>
                <a:lnTo>
                  <a:pt x="37701" y="511790"/>
                </a:lnTo>
                <a:lnTo>
                  <a:pt x="71051" y="537444"/>
                </a:lnTo>
                <a:lnTo>
                  <a:pt x="112830" y="555539"/>
                </a:lnTo>
                <a:lnTo>
                  <a:pt x="160839" y="564701"/>
                </a:lnTo>
                <a:lnTo>
                  <a:pt x="186905" y="565846"/>
                </a:lnTo>
                <a:lnTo>
                  <a:pt x="213510" y="564701"/>
                </a:lnTo>
                <a:lnTo>
                  <a:pt x="214243" y="564701"/>
                </a:lnTo>
                <a:lnTo>
                  <a:pt x="264416" y="555127"/>
                </a:lnTo>
                <a:lnTo>
                  <a:pt x="306973" y="536024"/>
                </a:lnTo>
                <a:lnTo>
                  <a:pt x="340323" y="509271"/>
                </a:lnTo>
                <a:lnTo>
                  <a:pt x="363869" y="475921"/>
                </a:lnTo>
                <a:lnTo>
                  <a:pt x="364265" y="474959"/>
                </a:lnTo>
                <a:lnTo>
                  <a:pt x="189837" y="474959"/>
                </a:lnTo>
                <a:lnTo>
                  <a:pt x="181291" y="474547"/>
                </a:lnTo>
                <a:lnTo>
                  <a:pt x="180003" y="474547"/>
                </a:lnTo>
                <a:lnTo>
                  <a:pt x="169314" y="472943"/>
                </a:lnTo>
                <a:lnTo>
                  <a:pt x="134315" y="456452"/>
                </a:lnTo>
                <a:lnTo>
                  <a:pt x="112051" y="415222"/>
                </a:lnTo>
                <a:lnTo>
                  <a:pt x="111410" y="404595"/>
                </a:lnTo>
                <a:lnTo>
                  <a:pt x="112051" y="391905"/>
                </a:lnTo>
                <a:lnTo>
                  <a:pt x="127168" y="344217"/>
                </a:lnTo>
                <a:lnTo>
                  <a:pt x="148058" y="315906"/>
                </a:lnTo>
                <a:lnTo>
                  <a:pt x="343433" y="315906"/>
                </a:lnTo>
                <a:lnTo>
                  <a:pt x="342476" y="314623"/>
                </a:lnTo>
                <a:lnTo>
                  <a:pt x="310775" y="285488"/>
                </a:lnTo>
                <a:lnTo>
                  <a:pt x="285855" y="270462"/>
                </a:lnTo>
                <a:lnTo>
                  <a:pt x="285855" y="266798"/>
                </a:lnTo>
                <a:lnTo>
                  <a:pt x="295154" y="259880"/>
                </a:lnTo>
                <a:lnTo>
                  <a:pt x="303996" y="252322"/>
                </a:lnTo>
                <a:lnTo>
                  <a:pt x="312379" y="244122"/>
                </a:lnTo>
                <a:lnTo>
                  <a:pt x="320304" y="235280"/>
                </a:lnTo>
                <a:lnTo>
                  <a:pt x="219888" y="235280"/>
                </a:lnTo>
                <a:lnTo>
                  <a:pt x="207107" y="229737"/>
                </a:lnTo>
                <a:lnTo>
                  <a:pt x="164366" y="206145"/>
                </a:lnTo>
                <a:lnTo>
                  <a:pt x="138438" y="176323"/>
                </a:lnTo>
                <a:lnTo>
                  <a:pt x="132666" y="147325"/>
                </a:lnTo>
                <a:lnTo>
                  <a:pt x="133673" y="133628"/>
                </a:lnTo>
                <a:lnTo>
                  <a:pt x="157586" y="97987"/>
                </a:lnTo>
                <a:lnTo>
                  <a:pt x="188371" y="90154"/>
                </a:lnTo>
                <a:lnTo>
                  <a:pt x="344721" y="90154"/>
                </a:lnTo>
                <a:lnTo>
                  <a:pt x="343209" y="85802"/>
                </a:lnTo>
                <a:lnTo>
                  <a:pt x="322961" y="53368"/>
                </a:lnTo>
                <a:lnTo>
                  <a:pt x="294375" y="28081"/>
                </a:lnTo>
                <a:lnTo>
                  <a:pt x="257956" y="10307"/>
                </a:lnTo>
                <a:lnTo>
                  <a:pt x="215078" y="1145"/>
                </a:lnTo>
                <a:lnTo>
                  <a:pt x="191303" y="0"/>
                </a:lnTo>
                <a:close/>
              </a:path>
              <a:path w="822959" h="566420">
                <a:moveTo>
                  <a:pt x="343433" y="315906"/>
                </a:moveTo>
                <a:lnTo>
                  <a:pt x="148058" y="315906"/>
                </a:lnTo>
                <a:lnTo>
                  <a:pt x="160197" y="321312"/>
                </a:lnTo>
                <a:lnTo>
                  <a:pt x="182553" y="331573"/>
                </a:lnTo>
                <a:lnTo>
                  <a:pt x="219842" y="351546"/>
                </a:lnTo>
                <a:lnTo>
                  <a:pt x="248474" y="381873"/>
                </a:lnTo>
                <a:lnTo>
                  <a:pt x="256536" y="412657"/>
                </a:lnTo>
                <a:lnTo>
                  <a:pt x="255986" y="422827"/>
                </a:lnTo>
                <a:lnTo>
                  <a:pt x="237296" y="459933"/>
                </a:lnTo>
                <a:lnTo>
                  <a:pt x="199090" y="474547"/>
                </a:lnTo>
                <a:lnTo>
                  <a:pt x="189837" y="474959"/>
                </a:lnTo>
                <a:lnTo>
                  <a:pt x="364265" y="474959"/>
                </a:lnTo>
                <a:lnTo>
                  <a:pt x="371428" y="457551"/>
                </a:lnTo>
                <a:lnTo>
                  <a:pt x="375963" y="438173"/>
                </a:lnTo>
                <a:lnTo>
                  <a:pt x="377475" y="417788"/>
                </a:lnTo>
                <a:lnTo>
                  <a:pt x="376696" y="399693"/>
                </a:lnTo>
                <a:lnTo>
                  <a:pt x="374360" y="382789"/>
                </a:lnTo>
                <a:lnTo>
                  <a:pt x="370534" y="367351"/>
                </a:lnTo>
                <a:lnTo>
                  <a:pt x="370466" y="367076"/>
                </a:lnTo>
                <a:lnTo>
                  <a:pt x="365015" y="352554"/>
                </a:lnTo>
                <a:lnTo>
                  <a:pt x="358601" y="338811"/>
                </a:lnTo>
                <a:lnTo>
                  <a:pt x="351088" y="326168"/>
                </a:lnTo>
                <a:lnTo>
                  <a:pt x="343433" y="315906"/>
                </a:lnTo>
                <a:close/>
              </a:path>
              <a:path w="822959" h="566420">
                <a:moveTo>
                  <a:pt x="344721" y="90154"/>
                </a:moveTo>
                <a:lnTo>
                  <a:pt x="188371" y="90154"/>
                </a:lnTo>
                <a:lnTo>
                  <a:pt x="197533" y="90658"/>
                </a:lnTo>
                <a:lnTo>
                  <a:pt x="205962" y="92169"/>
                </a:lnTo>
                <a:lnTo>
                  <a:pt x="237800" y="113334"/>
                </a:lnTo>
                <a:lnTo>
                  <a:pt x="249207" y="154654"/>
                </a:lnTo>
                <a:lnTo>
                  <a:pt x="248748" y="164916"/>
                </a:lnTo>
                <a:lnTo>
                  <a:pt x="238029" y="205870"/>
                </a:lnTo>
                <a:lnTo>
                  <a:pt x="219888" y="235280"/>
                </a:lnTo>
                <a:lnTo>
                  <a:pt x="320304" y="235280"/>
                </a:lnTo>
                <a:lnTo>
                  <a:pt x="345225" y="194234"/>
                </a:lnTo>
                <a:lnTo>
                  <a:pt x="354684" y="147325"/>
                </a:lnTo>
                <a:lnTo>
                  <a:pt x="354707" y="145080"/>
                </a:lnTo>
                <a:lnTo>
                  <a:pt x="353536" y="125382"/>
                </a:lnTo>
                <a:lnTo>
                  <a:pt x="353470" y="124282"/>
                </a:lnTo>
                <a:lnTo>
                  <a:pt x="349622" y="104263"/>
                </a:lnTo>
                <a:lnTo>
                  <a:pt x="344721" y="90154"/>
                </a:lnTo>
                <a:close/>
              </a:path>
              <a:path w="822959" h="566420">
                <a:moveTo>
                  <a:pt x="515547" y="422186"/>
                </a:moveTo>
                <a:lnTo>
                  <a:pt x="446648" y="500613"/>
                </a:lnTo>
                <a:lnTo>
                  <a:pt x="460345" y="513073"/>
                </a:lnTo>
                <a:lnTo>
                  <a:pt x="475783" y="524800"/>
                </a:lnTo>
                <a:lnTo>
                  <a:pt x="511882" y="546056"/>
                </a:lnTo>
                <a:lnTo>
                  <a:pt x="555860" y="560899"/>
                </a:lnTo>
                <a:lnTo>
                  <a:pt x="607167" y="565846"/>
                </a:lnTo>
                <a:lnTo>
                  <a:pt x="627827" y="564747"/>
                </a:lnTo>
                <a:lnTo>
                  <a:pt x="667774" y="555951"/>
                </a:lnTo>
                <a:lnTo>
                  <a:pt x="705979" y="538360"/>
                </a:lnTo>
                <a:lnTo>
                  <a:pt x="740795" y="511973"/>
                </a:lnTo>
                <a:lnTo>
                  <a:pt x="771259" y="476379"/>
                </a:lnTo>
                <a:lnTo>
                  <a:pt x="780968" y="460300"/>
                </a:lnTo>
                <a:lnTo>
                  <a:pt x="598371" y="460300"/>
                </a:lnTo>
                <a:lnTo>
                  <a:pt x="588485" y="459704"/>
                </a:lnTo>
                <a:lnTo>
                  <a:pt x="587476" y="459704"/>
                </a:lnTo>
                <a:lnTo>
                  <a:pt x="575466" y="457551"/>
                </a:lnTo>
                <a:lnTo>
                  <a:pt x="531672" y="436662"/>
                </a:lnTo>
                <a:lnTo>
                  <a:pt x="523060" y="429653"/>
                </a:lnTo>
                <a:lnTo>
                  <a:pt x="515547" y="422186"/>
                </a:lnTo>
                <a:close/>
              </a:path>
              <a:path w="822959" h="566420">
                <a:moveTo>
                  <a:pt x="818534" y="210360"/>
                </a:moveTo>
                <a:lnTo>
                  <a:pt x="702452" y="210360"/>
                </a:lnTo>
                <a:lnTo>
                  <a:pt x="709049" y="294650"/>
                </a:lnTo>
                <a:lnTo>
                  <a:pt x="703359" y="302125"/>
                </a:lnTo>
                <a:lnTo>
                  <a:pt x="699383" y="344904"/>
                </a:lnTo>
                <a:lnTo>
                  <a:pt x="686144" y="395249"/>
                </a:lnTo>
                <a:lnTo>
                  <a:pt x="665804" y="429882"/>
                </a:lnTo>
                <a:lnTo>
                  <a:pt x="629550" y="454986"/>
                </a:lnTo>
                <a:lnTo>
                  <a:pt x="598371" y="460300"/>
                </a:lnTo>
                <a:lnTo>
                  <a:pt x="780968" y="460300"/>
                </a:lnTo>
                <a:lnTo>
                  <a:pt x="805067" y="405327"/>
                </a:lnTo>
                <a:lnTo>
                  <a:pt x="818203" y="345912"/>
                </a:lnTo>
                <a:lnTo>
                  <a:pt x="822658" y="276326"/>
                </a:lnTo>
                <a:lnTo>
                  <a:pt x="821749" y="246824"/>
                </a:lnTo>
                <a:lnTo>
                  <a:pt x="821625" y="242793"/>
                </a:lnTo>
                <a:lnTo>
                  <a:pt x="821558" y="240640"/>
                </a:lnTo>
                <a:lnTo>
                  <a:pt x="818608" y="211093"/>
                </a:lnTo>
                <a:lnTo>
                  <a:pt x="818534" y="210360"/>
                </a:lnTo>
                <a:close/>
              </a:path>
              <a:path w="822959" h="566420">
                <a:moveTo>
                  <a:pt x="618894" y="0"/>
                </a:moveTo>
                <a:lnTo>
                  <a:pt x="572351" y="5497"/>
                </a:lnTo>
                <a:lnTo>
                  <a:pt x="529473" y="21988"/>
                </a:lnTo>
                <a:lnTo>
                  <a:pt x="492458" y="48925"/>
                </a:lnTo>
                <a:lnTo>
                  <a:pt x="463506" y="85756"/>
                </a:lnTo>
                <a:lnTo>
                  <a:pt x="445366" y="131016"/>
                </a:lnTo>
                <a:lnTo>
                  <a:pt x="439319" y="184706"/>
                </a:lnTo>
                <a:lnTo>
                  <a:pt x="440367" y="207611"/>
                </a:lnTo>
                <a:lnTo>
                  <a:pt x="440492" y="210360"/>
                </a:lnTo>
                <a:lnTo>
                  <a:pt x="450863" y="261117"/>
                </a:lnTo>
                <a:lnTo>
                  <a:pt x="471386" y="299277"/>
                </a:lnTo>
                <a:lnTo>
                  <a:pt x="499971" y="327496"/>
                </a:lnTo>
                <a:lnTo>
                  <a:pt x="535886" y="345912"/>
                </a:lnTo>
                <a:lnTo>
                  <a:pt x="576932" y="355074"/>
                </a:lnTo>
                <a:lnTo>
                  <a:pt x="599104" y="356219"/>
                </a:lnTo>
                <a:lnTo>
                  <a:pt x="607762" y="355761"/>
                </a:lnTo>
                <a:lnTo>
                  <a:pt x="646427" y="344904"/>
                </a:lnTo>
                <a:lnTo>
                  <a:pt x="685548" y="320350"/>
                </a:lnTo>
                <a:lnTo>
                  <a:pt x="703814" y="281457"/>
                </a:lnTo>
                <a:lnTo>
                  <a:pt x="703918" y="276326"/>
                </a:lnTo>
                <a:lnTo>
                  <a:pt x="703645" y="264599"/>
                </a:lnTo>
                <a:lnTo>
                  <a:pt x="624025" y="264599"/>
                </a:lnTo>
                <a:lnTo>
                  <a:pt x="615046" y="264141"/>
                </a:lnTo>
                <a:lnTo>
                  <a:pt x="577115" y="246824"/>
                </a:lnTo>
                <a:lnTo>
                  <a:pt x="560257" y="211093"/>
                </a:lnTo>
                <a:lnTo>
                  <a:pt x="558181" y="187821"/>
                </a:lnTo>
                <a:lnTo>
                  <a:pt x="558058" y="184706"/>
                </a:lnTo>
                <a:lnTo>
                  <a:pt x="563006" y="144439"/>
                </a:lnTo>
                <a:lnTo>
                  <a:pt x="583346" y="111318"/>
                </a:lnTo>
                <a:lnTo>
                  <a:pt x="621826" y="97483"/>
                </a:lnTo>
                <a:lnTo>
                  <a:pt x="782523" y="97483"/>
                </a:lnTo>
                <a:lnTo>
                  <a:pt x="772770" y="81496"/>
                </a:lnTo>
                <a:lnTo>
                  <a:pt x="744093" y="48375"/>
                </a:lnTo>
                <a:lnTo>
                  <a:pt x="711477" y="24187"/>
                </a:lnTo>
                <a:lnTo>
                  <a:pt x="675516" y="8658"/>
                </a:lnTo>
                <a:lnTo>
                  <a:pt x="638135" y="962"/>
                </a:lnTo>
                <a:lnTo>
                  <a:pt x="618894" y="0"/>
                </a:lnTo>
                <a:close/>
              </a:path>
              <a:path w="822959" h="566420">
                <a:moveTo>
                  <a:pt x="702452" y="210360"/>
                </a:moveTo>
                <a:lnTo>
                  <a:pt x="700786" y="213079"/>
                </a:lnTo>
                <a:lnTo>
                  <a:pt x="703139" y="242793"/>
                </a:lnTo>
                <a:lnTo>
                  <a:pt x="703918" y="276326"/>
                </a:lnTo>
                <a:lnTo>
                  <a:pt x="703548" y="294650"/>
                </a:lnTo>
                <a:lnTo>
                  <a:pt x="703455" y="299277"/>
                </a:lnTo>
                <a:lnTo>
                  <a:pt x="703359" y="302125"/>
                </a:lnTo>
                <a:lnTo>
                  <a:pt x="709049" y="294650"/>
                </a:lnTo>
                <a:lnTo>
                  <a:pt x="702509" y="211093"/>
                </a:lnTo>
                <a:lnTo>
                  <a:pt x="702452" y="210360"/>
                </a:lnTo>
                <a:close/>
              </a:path>
              <a:path w="822959" h="566420">
                <a:moveTo>
                  <a:pt x="700797" y="213221"/>
                </a:moveTo>
                <a:lnTo>
                  <a:pt x="699729" y="214779"/>
                </a:lnTo>
                <a:lnTo>
                  <a:pt x="694069" y="223965"/>
                </a:lnTo>
                <a:lnTo>
                  <a:pt x="685044" y="235464"/>
                </a:lnTo>
                <a:lnTo>
                  <a:pt x="644548" y="261484"/>
                </a:lnTo>
                <a:lnTo>
                  <a:pt x="624025" y="264599"/>
                </a:lnTo>
                <a:lnTo>
                  <a:pt x="703645" y="264599"/>
                </a:lnTo>
                <a:lnTo>
                  <a:pt x="703550" y="260476"/>
                </a:lnTo>
                <a:lnTo>
                  <a:pt x="703475" y="257269"/>
                </a:lnTo>
                <a:lnTo>
                  <a:pt x="703356" y="252138"/>
                </a:lnTo>
                <a:lnTo>
                  <a:pt x="703233" y="246824"/>
                </a:lnTo>
                <a:lnTo>
                  <a:pt x="703139" y="242793"/>
                </a:lnTo>
                <a:lnTo>
                  <a:pt x="700921" y="214779"/>
                </a:lnTo>
                <a:lnTo>
                  <a:pt x="700797" y="213221"/>
                </a:lnTo>
                <a:close/>
              </a:path>
              <a:path w="822959" h="566420">
                <a:moveTo>
                  <a:pt x="782523" y="97483"/>
                </a:moveTo>
                <a:lnTo>
                  <a:pt x="621826" y="97483"/>
                </a:lnTo>
                <a:lnTo>
                  <a:pt x="631950" y="98445"/>
                </a:lnTo>
                <a:lnTo>
                  <a:pt x="641799" y="101331"/>
                </a:lnTo>
                <a:lnTo>
                  <a:pt x="677898" y="133582"/>
                </a:lnTo>
                <a:lnTo>
                  <a:pt x="696909" y="187821"/>
                </a:lnTo>
                <a:lnTo>
                  <a:pt x="700776" y="213079"/>
                </a:lnTo>
                <a:lnTo>
                  <a:pt x="702452" y="210360"/>
                </a:lnTo>
                <a:lnTo>
                  <a:pt x="818534" y="210360"/>
                </a:lnTo>
                <a:lnTo>
                  <a:pt x="818260" y="207611"/>
                </a:lnTo>
                <a:lnTo>
                  <a:pt x="812763" y="177239"/>
                </a:lnTo>
                <a:lnTo>
                  <a:pt x="805067" y="149524"/>
                </a:lnTo>
                <a:lnTo>
                  <a:pt x="795859" y="124374"/>
                </a:lnTo>
                <a:lnTo>
                  <a:pt x="785093" y="101698"/>
                </a:lnTo>
                <a:lnTo>
                  <a:pt x="782523" y="97483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288818" y="5726003"/>
            <a:ext cx="1221740" cy="556895"/>
          </a:xfrm>
          <a:custGeom>
            <a:avLst/>
            <a:gdLst/>
            <a:ahLst/>
            <a:cxnLst/>
            <a:rect l="l" t="t" r="r" b="b"/>
            <a:pathLst>
              <a:path w="1221740" h="556895">
                <a:moveTo>
                  <a:pt x="77694" y="126802"/>
                </a:moveTo>
                <a:lnTo>
                  <a:pt x="33716" y="139995"/>
                </a:lnTo>
                <a:lnTo>
                  <a:pt x="5497" y="175910"/>
                </a:lnTo>
                <a:lnTo>
                  <a:pt x="0" y="207428"/>
                </a:lnTo>
                <a:lnTo>
                  <a:pt x="1374" y="223645"/>
                </a:lnTo>
                <a:lnTo>
                  <a:pt x="21988" y="264599"/>
                </a:lnTo>
                <a:lnTo>
                  <a:pt x="61568" y="286588"/>
                </a:lnTo>
                <a:lnTo>
                  <a:pt x="77694" y="288054"/>
                </a:lnTo>
                <a:lnTo>
                  <a:pt x="93819" y="286588"/>
                </a:lnTo>
                <a:lnTo>
                  <a:pt x="133399" y="264599"/>
                </a:lnTo>
                <a:lnTo>
                  <a:pt x="154013" y="223645"/>
                </a:lnTo>
                <a:lnTo>
                  <a:pt x="155388" y="207428"/>
                </a:lnTo>
                <a:lnTo>
                  <a:pt x="154013" y="190936"/>
                </a:lnTo>
                <a:lnTo>
                  <a:pt x="133399" y="150257"/>
                </a:lnTo>
                <a:lnTo>
                  <a:pt x="93819" y="128268"/>
                </a:lnTo>
                <a:lnTo>
                  <a:pt x="77694" y="126802"/>
                </a:lnTo>
                <a:close/>
              </a:path>
              <a:path w="1221740" h="556895">
                <a:moveTo>
                  <a:pt x="77694" y="394333"/>
                </a:moveTo>
                <a:lnTo>
                  <a:pt x="33716" y="407526"/>
                </a:lnTo>
                <a:lnTo>
                  <a:pt x="5497" y="443442"/>
                </a:lnTo>
                <a:lnTo>
                  <a:pt x="0" y="474959"/>
                </a:lnTo>
                <a:lnTo>
                  <a:pt x="1374" y="491221"/>
                </a:lnTo>
                <a:lnTo>
                  <a:pt x="21988" y="532863"/>
                </a:lnTo>
                <a:lnTo>
                  <a:pt x="61568" y="554852"/>
                </a:lnTo>
                <a:lnTo>
                  <a:pt x="77694" y="556318"/>
                </a:lnTo>
                <a:lnTo>
                  <a:pt x="93819" y="554852"/>
                </a:lnTo>
                <a:lnTo>
                  <a:pt x="133399" y="532863"/>
                </a:lnTo>
                <a:lnTo>
                  <a:pt x="154013" y="491221"/>
                </a:lnTo>
                <a:lnTo>
                  <a:pt x="155388" y="474959"/>
                </a:lnTo>
                <a:lnTo>
                  <a:pt x="154013" y="458467"/>
                </a:lnTo>
                <a:lnTo>
                  <a:pt x="133399" y="417788"/>
                </a:lnTo>
                <a:lnTo>
                  <a:pt x="93819" y="395799"/>
                </a:lnTo>
                <a:lnTo>
                  <a:pt x="77694" y="394333"/>
                </a:lnTo>
                <a:close/>
              </a:path>
              <a:path w="1221740" h="556895">
                <a:moveTo>
                  <a:pt x="774815" y="440510"/>
                </a:moveTo>
                <a:lnTo>
                  <a:pt x="430323" y="440510"/>
                </a:lnTo>
                <a:lnTo>
                  <a:pt x="430323" y="546056"/>
                </a:lnTo>
                <a:lnTo>
                  <a:pt x="774815" y="546056"/>
                </a:lnTo>
                <a:lnTo>
                  <a:pt x="774815" y="440510"/>
                </a:lnTo>
                <a:close/>
              </a:path>
              <a:path w="1221740" h="556895">
                <a:moveTo>
                  <a:pt x="676598" y="0"/>
                </a:moveTo>
                <a:lnTo>
                  <a:pt x="580580" y="0"/>
                </a:lnTo>
                <a:lnTo>
                  <a:pt x="566104" y="8749"/>
                </a:lnTo>
                <a:lnTo>
                  <a:pt x="551261" y="16674"/>
                </a:lnTo>
                <a:lnTo>
                  <a:pt x="504260" y="35686"/>
                </a:lnTo>
                <a:lnTo>
                  <a:pt x="466879" y="45581"/>
                </a:lnTo>
                <a:lnTo>
                  <a:pt x="445715" y="49841"/>
                </a:lnTo>
                <a:lnTo>
                  <a:pt x="445715" y="130467"/>
                </a:lnTo>
                <a:lnTo>
                  <a:pt x="546131" y="130467"/>
                </a:lnTo>
                <a:lnTo>
                  <a:pt x="546131" y="440510"/>
                </a:lnTo>
                <a:lnTo>
                  <a:pt x="676598" y="440510"/>
                </a:lnTo>
                <a:lnTo>
                  <a:pt x="676598" y="0"/>
                </a:lnTo>
                <a:close/>
              </a:path>
              <a:path w="1221740" h="556895">
                <a:moveTo>
                  <a:pt x="1221464" y="440510"/>
                </a:moveTo>
                <a:lnTo>
                  <a:pt x="876971" y="440510"/>
                </a:lnTo>
                <a:lnTo>
                  <a:pt x="876971" y="546056"/>
                </a:lnTo>
                <a:lnTo>
                  <a:pt x="1221464" y="546056"/>
                </a:lnTo>
                <a:lnTo>
                  <a:pt x="1221464" y="440510"/>
                </a:lnTo>
                <a:close/>
              </a:path>
              <a:path w="1221740" h="556895">
                <a:moveTo>
                  <a:pt x="1123247" y="0"/>
                </a:moveTo>
                <a:lnTo>
                  <a:pt x="1027229" y="0"/>
                </a:lnTo>
                <a:lnTo>
                  <a:pt x="1012753" y="8749"/>
                </a:lnTo>
                <a:lnTo>
                  <a:pt x="997910" y="16674"/>
                </a:lnTo>
                <a:lnTo>
                  <a:pt x="950909" y="35686"/>
                </a:lnTo>
                <a:lnTo>
                  <a:pt x="913528" y="45581"/>
                </a:lnTo>
                <a:lnTo>
                  <a:pt x="892364" y="49841"/>
                </a:lnTo>
                <a:lnTo>
                  <a:pt x="892364" y="130467"/>
                </a:lnTo>
                <a:lnTo>
                  <a:pt x="992779" y="130467"/>
                </a:lnTo>
                <a:lnTo>
                  <a:pt x="992779" y="440510"/>
                </a:lnTo>
                <a:lnTo>
                  <a:pt x="1123247" y="440510"/>
                </a:lnTo>
                <a:lnTo>
                  <a:pt x="1123247" y="0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00540" y="6860314"/>
            <a:ext cx="979805" cy="286385"/>
          </a:xfrm>
          <a:custGeom>
            <a:avLst/>
            <a:gdLst/>
            <a:ahLst/>
            <a:cxnLst/>
            <a:rect l="l" t="t" r="r" b="b"/>
            <a:pathLst>
              <a:path w="979804" h="286384">
                <a:moveTo>
                  <a:pt x="102907" y="0"/>
                </a:moveTo>
                <a:lnTo>
                  <a:pt x="0" y="0"/>
                </a:lnTo>
                <a:lnTo>
                  <a:pt x="0" y="280829"/>
                </a:lnTo>
                <a:lnTo>
                  <a:pt x="67474" y="280829"/>
                </a:lnTo>
                <a:lnTo>
                  <a:pt x="67474" y="182067"/>
                </a:lnTo>
                <a:lnTo>
                  <a:pt x="99909" y="182067"/>
                </a:lnTo>
                <a:lnTo>
                  <a:pt x="90845" y="164727"/>
                </a:lnTo>
                <a:lnTo>
                  <a:pt x="127880" y="128917"/>
                </a:lnTo>
                <a:lnTo>
                  <a:pt x="67474" y="128917"/>
                </a:lnTo>
                <a:lnTo>
                  <a:pt x="67474" y="53527"/>
                </a:lnTo>
                <a:lnTo>
                  <a:pt x="207000" y="53527"/>
                </a:lnTo>
                <a:lnTo>
                  <a:pt x="204119" y="45964"/>
                </a:lnTo>
                <a:lnTo>
                  <a:pt x="169746" y="12604"/>
                </a:lnTo>
                <a:lnTo>
                  <a:pt x="131744" y="1979"/>
                </a:lnTo>
                <a:lnTo>
                  <a:pt x="117656" y="494"/>
                </a:lnTo>
                <a:lnTo>
                  <a:pt x="102907" y="0"/>
                </a:lnTo>
                <a:close/>
              </a:path>
              <a:path w="979804" h="286384">
                <a:moveTo>
                  <a:pt x="136456" y="120624"/>
                </a:moveTo>
                <a:lnTo>
                  <a:pt x="90845" y="164727"/>
                </a:lnTo>
                <a:lnTo>
                  <a:pt x="151534" y="280829"/>
                </a:lnTo>
                <a:lnTo>
                  <a:pt x="226925" y="280829"/>
                </a:lnTo>
                <a:lnTo>
                  <a:pt x="171153" y="182067"/>
                </a:lnTo>
                <a:lnTo>
                  <a:pt x="102907" y="182067"/>
                </a:lnTo>
                <a:lnTo>
                  <a:pt x="117656" y="181478"/>
                </a:lnTo>
                <a:lnTo>
                  <a:pt x="131744" y="179711"/>
                </a:lnTo>
                <a:lnTo>
                  <a:pt x="145173" y="176766"/>
                </a:lnTo>
                <a:lnTo>
                  <a:pt x="157942" y="172643"/>
                </a:lnTo>
                <a:lnTo>
                  <a:pt x="164168" y="169698"/>
                </a:lnTo>
                <a:lnTo>
                  <a:pt x="136456" y="120624"/>
                </a:lnTo>
                <a:close/>
              </a:path>
              <a:path w="979804" h="286384">
                <a:moveTo>
                  <a:pt x="164168" y="169698"/>
                </a:moveTo>
                <a:lnTo>
                  <a:pt x="117656" y="181478"/>
                </a:lnTo>
                <a:lnTo>
                  <a:pt x="102907" y="182067"/>
                </a:lnTo>
                <a:lnTo>
                  <a:pt x="171153" y="182067"/>
                </a:lnTo>
                <a:lnTo>
                  <a:pt x="164168" y="169698"/>
                </a:lnTo>
                <a:close/>
              </a:path>
              <a:path w="979804" h="286384">
                <a:moveTo>
                  <a:pt x="207987" y="120624"/>
                </a:moveTo>
                <a:lnTo>
                  <a:pt x="136456" y="120624"/>
                </a:lnTo>
                <a:lnTo>
                  <a:pt x="164168" y="169698"/>
                </a:lnTo>
                <a:lnTo>
                  <a:pt x="197522" y="142110"/>
                </a:lnTo>
                <a:lnTo>
                  <a:pt x="207987" y="120624"/>
                </a:lnTo>
                <a:close/>
              </a:path>
              <a:path w="979804" h="286384">
                <a:moveTo>
                  <a:pt x="207000" y="53527"/>
                </a:moveTo>
                <a:lnTo>
                  <a:pt x="97630" y="53527"/>
                </a:lnTo>
                <a:lnTo>
                  <a:pt x="108962" y="53998"/>
                </a:lnTo>
                <a:lnTo>
                  <a:pt x="118834" y="55411"/>
                </a:lnTo>
                <a:lnTo>
                  <a:pt x="147011" y="88583"/>
                </a:lnTo>
                <a:lnTo>
                  <a:pt x="146210" y="97819"/>
                </a:lnTo>
                <a:lnTo>
                  <a:pt x="118834" y="126373"/>
                </a:lnTo>
                <a:lnTo>
                  <a:pt x="97630" y="128917"/>
                </a:lnTo>
                <a:lnTo>
                  <a:pt x="127880" y="128917"/>
                </a:lnTo>
                <a:lnTo>
                  <a:pt x="136456" y="120624"/>
                </a:lnTo>
                <a:lnTo>
                  <a:pt x="207987" y="120624"/>
                </a:lnTo>
                <a:lnTo>
                  <a:pt x="208831" y="118362"/>
                </a:lnTo>
                <a:lnTo>
                  <a:pt x="211658" y="104227"/>
                </a:lnTo>
                <a:lnTo>
                  <a:pt x="212600" y="88583"/>
                </a:lnTo>
                <a:lnTo>
                  <a:pt x="211658" y="72539"/>
                </a:lnTo>
                <a:lnTo>
                  <a:pt x="208831" y="58333"/>
                </a:lnTo>
                <a:lnTo>
                  <a:pt x="207000" y="53527"/>
                </a:lnTo>
                <a:close/>
              </a:path>
              <a:path w="979804" h="286384">
                <a:moveTo>
                  <a:pt x="347720" y="61066"/>
                </a:moveTo>
                <a:lnTo>
                  <a:pt x="308705" y="68699"/>
                </a:lnTo>
                <a:lnTo>
                  <a:pt x="274591" y="90845"/>
                </a:lnTo>
                <a:lnTo>
                  <a:pt x="250820" y="126184"/>
                </a:lnTo>
                <a:lnTo>
                  <a:pt x="242550" y="173397"/>
                </a:lnTo>
                <a:lnTo>
                  <a:pt x="243443" y="189983"/>
                </a:lnTo>
                <a:lnTo>
                  <a:pt x="243469" y="190478"/>
                </a:lnTo>
                <a:lnTo>
                  <a:pt x="257251" y="234087"/>
                </a:lnTo>
                <a:lnTo>
                  <a:pt x="284957" y="265397"/>
                </a:lnTo>
                <a:lnTo>
                  <a:pt x="321333" y="282808"/>
                </a:lnTo>
                <a:lnTo>
                  <a:pt x="347720" y="286106"/>
                </a:lnTo>
                <a:lnTo>
                  <a:pt x="361078" y="285281"/>
                </a:lnTo>
                <a:lnTo>
                  <a:pt x="398608" y="272913"/>
                </a:lnTo>
                <a:lnTo>
                  <a:pt x="429495" y="245984"/>
                </a:lnTo>
                <a:lnTo>
                  <a:pt x="438559" y="231825"/>
                </a:lnTo>
                <a:lnTo>
                  <a:pt x="339427" y="231825"/>
                </a:lnTo>
                <a:lnTo>
                  <a:pt x="332516" y="229438"/>
                </a:lnTo>
                <a:lnTo>
                  <a:pt x="312176" y="190478"/>
                </a:lnTo>
                <a:lnTo>
                  <a:pt x="312098" y="189983"/>
                </a:lnTo>
                <a:lnTo>
                  <a:pt x="311391" y="181973"/>
                </a:lnTo>
                <a:lnTo>
                  <a:pt x="311156" y="173397"/>
                </a:lnTo>
                <a:lnTo>
                  <a:pt x="311391" y="164845"/>
                </a:lnTo>
                <a:lnTo>
                  <a:pt x="321710" y="127284"/>
                </a:lnTo>
                <a:lnTo>
                  <a:pt x="339427" y="115347"/>
                </a:lnTo>
                <a:lnTo>
                  <a:pt x="438779" y="115347"/>
                </a:lnTo>
                <a:lnTo>
                  <a:pt x="433665" y="106771"/>
                </a:lnTo>
                <a:lnTo>
                  <a:pt x="404734" y="77934"/>
                </a:lnTo>
                <a:lnTo>
                  <a:pt x="367698" y="62950"/>
                </a:lnTo>
                <a:lnTo>
                  <a:pt x="357803" y="61537"/>
                </a:lnTo>
                <a:lnTo>
                  <a:pt x="347720" y="61066"/>
                </a:lnTo>
                <a:close/>
              </a:path>
              <a:path w="979804" h="286384">
                <a:moveTo>
                  <a:pt x="438779" y="115347"/>
                </a:moveTo>
                <a:lnTo>
                  <a:pt x="356013" y="115347"/>
                </a:lnTo>
                <a:lnTo>
                  <a:pt x="362798" y="117734"/>
                </a:lnTo>
                <a:lnTo>
                  <a:pt x="368075" y="122509"/>
                </a:lnTo>
                <a:lnTo>
                  <a:pt x="383672" y="164845"/>
                </a:lnTo>
                <a:lnTo>
                  <a:pt x="383907" y="173397"/>
                </a:lnTo>
                <a:lnTo>
                  <a:pt x="383672" y="181973"/>
                </a:lnTo>
                <a:lnTo>
                  <a:pt x="373604" y="219888"/>
                </a:lnTo>
                <a:lnTo>
                  <a:pt x="368075" y="224663"/>
                </a:lnTo>
                <a:lnTo>
                  <a:pt x="362798" y="229438"/>
                </a:lnTo>
                <a:lnTo>
                  <a:pt x="356013" y="231825"/>
                </a:lnTo>
                <a:lnTo>
                  <a:pt x="438559" y="231825"/>
                </a:lnTo>
                <a:lnTo>
                  <a:pt x="444031" y="220823"/>
                </a:lnTo>
                <a:lnTo>
                  <a:pt x="448743" y="206286"/>
                </a:lnTo>
                <a:lnTo>
                  <a:pt x="451570" y="190478"/>
                </a:lnTo>
                <a:lnTo>
                  <a:pt x="452513" y="173397"/>
                </a:lnTo>
                <a:lnTo>
                  <a:pt x="451971" y="160393"/>
                </a:lnTo>
                <a:lnTo>
                  <a:pt x="450345" y="148142"/>
                </a:lnTo>
                <a:lnTo>
                  <a:pt x="447636" y="136645"/>
                </a:lnTo>
                <a:lnTo>
                  <a:pt x="443942" y="126184"/>
                </a:lnTo>
                <a:lnTo>
                  <a:pt x="443843" y="125901"/>
                </a:lnTo>
                <a:lnTo>
                  <a:pt x="439131" y="115936"/>
                </a:lnTo>
                <a:lnTo>
                  <a:pt x="438779" y="115347"/>
                </a:lnTo>
                <a:close/>
              </a:path>
              <a:path w="979804" h="286384">
                <a:moveTo>
                  <a:pt x="537757" y="66343"/>
                </a:moveTo>
                <a:lnTo>
                  <a:pt x="471413" y="66343"/>
                </a:lnTo>
                <a:lnTo>
                  <a:pt x="524186" y="280829"/>
                </a:lnTo>
                <a:lnTo>
                  <a:pt x="600708" y="280829"/>
                </a:lnTo>
                <a:lnTo>
                  <a:pt x="612214" y="226548"/>
                </a:lnTo>
                <a:lnTo>
                  <a:pt x="566028" y="226548"/>
                </a:lnTo>
                <a:lnTo>
                  <a:pt x="564756" y="218302"/>
                </a:lnTo>
                <a:lnTo>
                  <a:pt x="563578" y="210150"/>
                </a:lnTo>
                <a:lnTo>
                  <a:pt x="562494" y="202093"/>
                </a:lnTo>
                <a:lnTo>
                  <a:pt x="560515" y="186190"/>
                </a:lnTo>
                <a:lnTo>
                  <a:pt x="559431" y="178204"/>
                </a:lnTo>
                <a:lnTo>
                  <a:pt x="558253" y="170170"/>
                </a:lnTo>
                <a:lnTo>
                  <a:pt x="556981" y="162089"/>
                </a:lnTo>
                <a:lnTo>
                  <a:pt x="537757" y="66343"/>
                </a:lnTo>
                <a:close/>
              </a:path>
              <a:path w="979804" h="286384">
                <a:moveTo>
                  <a:pt x="677014" y="136079"/>
                </a:moveTo>
                <a:lnTo>
                  <a:pt x="630110" y="136079"/>
                </a:lnTo>
                <a:lnTo>
                  <a:pt x="635970" y="170028"/>
                </a:lnTo>
                <a:lnTo>
                  <a:pt x="659512" y="280829"/>
                </a:lnTo>
                <a:lnTo>
                  <a:pt x="737918" y="280829"/>
                </a:lnTo>
                <a:lnTo>
                  <a:pt x="750701" y="226548"/>
                </a:lnTo>
                <a:lnTo>
                  <a:pt x="696453" y="226548"/>
                </a:lnTo>
                <a:lnTo>
                  <a:pt x="694781" y="218302"/>
                </a:lnTo>
                <a:lnTo>
                  <a:pt x="693155" y="210150"/>
                </a:lnTo>
                <a:lnTo>
                  <a:pt x="691577" y="202093"/>
                </a:lnTo>
                <a:lnTo>
                  <a:pt x="690045" y="194130"/>
                </a:lnTo>
                <a:lnTo>
                  <a:pt x="688490" y="186190"/>
                </a:lnTo>
                <a:lnTo>
                  <a:pt x="686841" y="178204"/>
                </a:lnTo>
                <a:lnTo>
                  <a:pt x="685098" y="170170"/>
                </a:lnTo>
                <a:lnTo>
                  <a:pt x="683260" y="162089"/>
                </a:lnTo>
                <a:lnTo>
                  <a:pt x="677014" y="136079"/>
                </a:lnTo>
                <a:close/>
              </a:path>
              <a:path w="979804" h="286384">
                <a:moveTo>
                  <a:pt x="660266" y="66343"/>
                </a:moveTo>
                <a:lnTo>
                  <a:pt x="602592" y="66343"/>
                </a:lnTo>
                <a:lnTo>
                  <a:pt x="578515" y="170028"/>
                </a:lnTo>
                <a:lnTo>
                  <a:pt x="576771" y="178015"/>
                </a:lnTo>
                <a:lnTo>
                  <a:pt x="575122" y="186049"/>
                </a:lnTo>
                <a:lnTo>
                  <a:pt x="573567" y="194130"/>
                </a:lnTo>
                <a:lnTo>
                  <a:pt x="572224" y="202093"/>
                </a:lnTo>
                <a:lnTo>
                  <a:pt x="570834" y="210150"/>
                </a:lnTo>
                <a:lnTo>
                  <a:pt x="569397" y="218302"/>
                </a:lnTo>
                <a:lnTo>
                  <a:pt x="567913" y="226548"/>
                </a:lnTo>
                <a:lnTo>
                  <a:pt x="612214" y="226548"/>
                </a:lnTo>
                <a:lnTo>
                  <a:pt x="620875" y="183952"/>
                </a:lnTo>
                <a:lnTo>
                  <a:pt x="624479" y="161029"/>
                </a:lnTo>
                <a:lnTo>
                  <a:pt x="628225" y="136079"/>
                </a:lnTo>
                <a:lnTo>
                  <a:pt x="677014" y="136079"/>
                </a:lnTo>
                <a:lnTo>
                  <a:pt x="660266" y="66343"/>
                </a:lnTo>
                <a:close/>
              </a:path>
              <a:path w="979804" h="286384">
                <a:moveTo>
                  <a:pt x="788430" y="66343"/>
                </a:moveTo>
                <a:lnTo>
                  <a:pt x="726233" y="66343"/>
                </a:lnTo>
                <a:lnTo>
                  <a:pt x="707762" y="162089"/>
                </a:lnTo>
                <a:lnTo>
                  <a:pt x="701872" y="202093"/>
                </a:lnTo>
                <a:lnTo>
                  <a:pt x="700788" y="210150"/>
                </a:lnTo>
                <a:lnTo>
                  <a:pt x="699610" y="218302"/>
                </a:lnTo>
                <a:lnTo>
                  <a:pt x="698338" y="226548"/>
                </a:lnTo>
                <a:lnTo>
                  <a:pt x="750701" y="226548"/>
                </a:lnTo>
                <a:lnTo>
                  <a:pt x="788430" y="66343"/>
                </a:lnTo>
                <a:close/>
              </a:path>
              <a:path w="979804" h="286384">
                <a:moveTo>
                  <a:pt x="837607" y="214108"/>
                </a:moveTo>
                <a:lnTo>
                  <a:pt x="807828" y="255950"/>
                </a:lnTo>
                <a:lnTo>
                  <a:pt x="816498" y="262405"/>
                </a:lnTo>
                <a:lnTo>
                  <a:pt x="825922" y="268201"/>
                </a:lnTo>
                <a:lnTo>
                  <a:pt x="869177" y="284033"/>
                </a:lnTo>
                <a:lnTo>
                  <a:pt x="890380" y="286106"/>
                </a:lnTo>
                <a:lnTo>
                  <a:pt x="903295" y="285588"/>
                </a:lnTo>
                <a:lnTo>
                  <a:pt x="904112" y="285588"/>
                </a:lnTo>
                <a:lnTo>
                  <a:pt x="948761" y="271947"/>
                </a:lnTo>
                <a:lnTo>
                  <a:pt x="976454" y="236725"/>
                </a:lnTo>
                <a:lnTo>
                  <a:pt x="891888" y="236725"/>
                </a:lnTo>
                <a:lnTo>
                  <a:pt x="885433" y="236372"/>
                </a:lnTo>
                <a:lnTo>
                  <a:pt x="844863" y="219268"/>
                </a:lnTo>
                <a:lnTo>
                  <a:pt x="837607" y="214108"/>
                </a:lnTo>
                <a:close/>
              </a:path>
              <a:path w="979804" h="286384">
                <a:moveTo>
                  <a:pt x="902820" y="61066"/>
                </a:moveTo>
                <a:lnTo>
                  <a:pt x="859093" y="69736"/>
                </a:lnTo>
                <a:lnTo>
                  <a:pt x="825615" y="101352"/>
                </a:lnTo>
                <a:lnTo>
                  <a:pt x="819915" y="128540"/>
                </a:lnTo>
                <a:lnTo>
                  <a:pt x="819967" y="130174"/>
                </a:lnTo>
                <a:lnTo>
                  <a:pt x="837513" y="170099"/>
                </a:lnTo>
                <a:lnTo>
                  <a:pt x="874548" y="192245"/>
                </a:lnTo>
                <a:lnTo>
                  <a:pt x="881836" y="195009"/>
                </a:lnTo>
                <a:lnTo>
                  <a:pt x="889044" y="197899"/>
                </a:lnTo>
                <a:lnTo>
                  <a:pt x="895281" y="200538"/>
                </a:lnTo>
                <a:lnTo>
                  <a:pt x="901815" y="203051"/>
                </a:lnTo>
                <a:lnTo>
                  <a:pt x="907092" y="205815"/>
                </a:lnTo>
                <a:lnTo>
                  <a:pt x="915134" y="211846"/>
                </a:lnTo>
                <a:lnTo>
                  <a:pt x="917144" y="215490"/>
                </a:lnTo>
                <a:lnTo>
                  <a:pt x="917144" y="225040"/>
                </a:lnTo>
                <a:lnTo>
                  <a:pt x="915134" y="229186"/>
                </a:lnTo>
                <a:lnTo>
                  <a:pt x="906966" y="235312"/>
                </a:lnTo>
                <a:lnTo>
                  <a:pt x="906691" y="235312"/>
                </a:lnTo>
                <a:lnTo>
                  <a:pt x="900684" y="236725"/>
                </a:lnTo>
                <a:lnTo>
                  <a:pt x="976454" y="236725"/>
                </a:lnTo>
                <a:lnTo>
                  <a:pt x="977174" y="234746"/>
                </a:lnTo>
                <a:lnTo>
                  <a:pt x="979082" y="225582"/>
                </a:lnTo>
                <a:lnTo>
                  <a:pt x="979718" y="215993"/>
                </a:lnTo>
                <a:lnTo>
                  <a:pt x="979644" y="205815"/>
                </a:lnTo>
                <a:lnTo>
                  <a:pt x="978085" y="197899"/>
                </a:lnTo>
                <a:lnTo>
                  <a:pt x="974818" y="191114"/>
                </a:lnTo>
                <a:lnTo>
                  <a:pt x="971551" y="184078"/>
                </a:lnTo>
                <a:lnTo>
                  <a:pt x="967153" y="178046"/>
                </a:lnTo>
                <a:lnTo>
                  <a:pt x="956096" y="167994"/>
                </a:lnTo>
                <a:lnTo>
                  <a:pt x="949939" y="163848"/>
                </a:lnTo>
                <a:lnTo>
                  <a:pt x="943154" y="160581"/>
                </a:lnTo>
                <a:lnTo>
                  <a:pt x="936620" y="157063"/>
                </a:lnTo>
                <a:lnTo>
                  <a:pt x="929960" y="154047"/>
                </a:lnTo>
                <a:lnTo>
                  <a:pt x="909102" y="146257"/>
                </a:lnTo>
                <a:lnTo>
                  <a:pt x="896537" y="141733"/>
                </a:lnTo>
                <a:lnTo>
                  <a:pt x="891511" y="139220"/>
                </a:lnTo>
                <a:lnTo>
                  <a:pt x="887742" y="136456"/>
                </a:lnTo>
                <a:lnTo>
                  <a:pt x="884224" y="133692"/>
                </a:lnTo>
                <a:lnTo>
                  <a:pt x="882464" y="130174"/>
                </a:lnTo>
                <a:lnTo>
                  <a:pt x="882464" y="120875"/>
                </a:lnTo>
                <a:lnTo>
                  <a:pt x="884224" y="117106"/>
                </a:lnTo>
                <a:lnTo>
                  <a:pt x="887742" y="114593"/>
                </a:lnTo>
                <a:lnTo>
                  <a:pt x="891511" y="111829"/>
                </a:lnTo>
                <a:lnTo>
                  <a:pt x="897291" y="110446"/>
                </a:lnTo>
                <a:lnTo>
                  <a:pt x="963047" y="110446"/>
                </a:lnTo>
                <a:lnTo>
                  <a:pt x="979341" y="88583"/>
                </a:lnTo>
                <a:lnTo>
                  <a:pt x="937099" y="65943"/>
                </a:lnTo>
                <a:lnTo>
                  <a:pt x="915047" y="61608"/>
                </a:lnTo>
                <a:lnTo>
                  <a:pt x="902820" y="61066"/>
                </a:lnTo>
                <a:close/>
              </a:path>
              <a:path w="979804" h="286384">
                <a:moveTo>
                  <a:pt x="963047" y="110446"/>
                </a:moveTo>
                <a:lnTo>
                  <a:pt x="912118" y="110446"/>
                </a:lnTo>
                <a:lnTo>
                  <a:pt x="919280" y="112080"/>
                </a:lnTo>
                <a:lnTo>
                  <a:pt x="926568" y="115347"/>
                </a:lnTo>
                <a:lnTo>
                  <a:pt x="932246" y="118009"/>
                </a:lnTo>
                <a:lnTo>
                  <a:pt x="937971" y="121095"/>
                </a:lnTo>
                <a:lnTo>
                  <a:pt x="943743" y="124606"/>
                </a:lnTo>
                <a:lnTo>
                  <a:pt x="949562" y="128540"/>
                </a:lnTo>
                <a:lnTo>
                  <a:pt x="963047" y="1104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65598" y="6839959"/>
            <a:ext cx="1644014" cy="306705"/>
          </a:xfrm>
          <a:custGeom>
            <a:avLst/>
            <a:gdLst/>
            <a:ahLst/>
            <a:cxnLst/>
            <a:rect l="l" t="t" r="r" b="b"/>
            <a:pathLst>
              <a:path w="1644015" h="306704">
                <a:moveTo>
                  <a:pt x="133817" y="15455"/>
                </a:moveTo>
                <a:lnTo>
                  <a:pt x="119075" y="16138"/>
                </a:lnTo>
                <a:lnTo>
                  <a:pt x="120105" y="16138"/>
                </a:lnTo>
                <a:lnTo>
                  <a:pt x="107714" y="17905"/>
                </a:lnTo>
                <a:lnTo>
                  <a:pt x="71196" y="30721"/>
                </a:lnTo>
                <a:lnTo>
                  <a:pt x="39956" y="53904"/>
                </a:lnTo>
                <a:lnTo>
                  <a:pt x="16491" y="87052"/>
                </a:lnTo>
                <a:lnTo>
                  <a:pt x="2638" y="129388"/>
                </a:lnTo>
                <a:lnTo>
                  <a:pt x="0" y="162466"/>
                </a:lnTo>
                <a:lnTo>
                  <a:pt x="636" y="179664"/>
                </a:lnTo>
                <a:lnTo>
                  <a:pt x="10177" y="225040"/>
                </a:lnTo>
                <a:lnTo>
                  <a:pt x="30250" y="260520"/>
                </a:lnTo>
                <a:lnTo>
                  <a:pt x="58616" y="286106"/>
                </a:lnTo>
                <a:lnTo>
                  <a:pt x="105546" y="304200"/>
                </a:lnTo>
                <a:lnTo>
                  <a:pt x="131556" y="306461"/>
                </a:lnTo>
                <a:lnTo>
                  <a:pt x="143534" y="305896"/>
                </a:lnTo>
                <a:lnTo>
                  <a:pt x="144554" y="305896"/>
                </a:lnTo>
                <a:lnTo>
                  <a:pt x="182067" y="296284"/>
                </a:lnTo>
                <a:lnTo>
                  <a:pt x="213943" y="274727"/>
                </a:lnTo>
                <a:lnTo>
                  <a:pt x="223155" y="264997"/>
                </a:lnTo>
                <a:lnTo>
                  <a:pt x="209235" y="248411"/>
                </a:lnTo>
                <a:lnTo>
                  <a:pt x="134194" y="248411"/>
                </a:lnTo>
                <a:lnTo>
                  <a:pt x="124700" y="247775"/>
                </a:lnTo>
                <a:lnTo>
                  <a:pt x="86793" y="225417"/>
                </a:lnTo>
                <a:lnTo>
                  <a:pt x="70961" y="186119"/>
                </a:lnTo>
                <a:lnTo>
                  <a:pt x="69065" y="162466"/>
                </a:lnTo>
                <a:lnTo>
                  <a:pt x="68982" y="160204"/>
                </a:lnTo>
                <a:lnTo>
                  <a:pt x="77652" y="113462"/>
                </a:lnTo>
                <a:lnTo>
                  <a:pt x="101777" y="83683"/>
                </a:lnTo>
                <a:lnTo>
                  <a:pt x="134948" y="73128"/>
                </a:lnTo>
                <a:lnTo>
                  <a:pt x="201788" y="73128"/>
                </a:lnTo>
                <a:lnTo>
                  <a:pt x="219009" y="52019"/>
                </a:lnTo>
                <a:lnTo>
                  <a:pt x="182821" y="26386"/>
                </a:lnTo>
                <a:lnTo>
                  <a:pt x="147199" y="16138"/>
                </a:lnTo>
                <a:lnTo>
                  <a:pt x="133817" y="15455"/>
                </a:lnTo>
                <a:close/>
              </a:path>
              <a:path w="1644015" h="306704">
                <a:moveTo>
                  <a:pt x="187722" y="222778"/>
                </a:moveTo>
                <a:lnTo>
                  <a:pt x="150215" y="246526"/>
                </a:lnTo>
                <a:lnTo>
                  <a:pt x="134194" y="248411"/>
                </a:lnTo>
                <a:lnTo>
                  <a:pt x="209235" y="248411"/>
                </a:lnTo>
                <a:lnTo>
                  <a:pt x="187722" y="222778"/>
                </a:lnTo>
                <a:close/>
              </a:path>
              <a:path w="1644015" h="306704">
                <a:moveTo>
                  <a:pt x="201788" y="73128"/>
                </a:moveTo>
                <a:lnTo>
                  <a:pt x="134948" y="73128"/>
                </a:lnTo>
                <a:lnTo>
                  <a:pt x="142275" y="73505"/>
                </a:lnTo>
                <a:lnTo>
                  <a:pt x="149178" y="74636"/>
                </a:lnTo>
                <a:lnTo>
                  <a:pt x="183952" y="94991"/>
                </a:lnTo>
                <a:lnTo>
                  <a:pt x="201788" y="73128"/>
                </a:lnTo>
                <a:close/>
              </a:path>
              <a:path w="1644015" h="306704">
                <a:moveTo>
                  <a:pt x="352070" y="81421"/>
                </a:moveTo>
                <a:lnTo>
                  <a:pt x="313055" y="89054"/>
                </a:lnTo>
                <a:lnTo>
                  <a:pt x="278941" y="111200"/>
                </a:lnTo>
                <a:lnTo>
                  <a:pt x="255169" y="146540"/>
                </a:lnTo>
                <a:lnTo>
                  <a:pt x="246900" y="193753"/>
                </a:lnTo>
                <a:lnTo>
                  <a:pt x="247792" y="210339"/>
                </a:lnTo>
                <a:lnTo>
                  <a:pt x="247819" y="210833"/>
                </a:lnTo>
                <a:lnTo>
                  <a:pt x="261601" y="254442"/>
                </a:lnTo>
                <a:lnTo>
                  <a:pt x="289307" y="285753"/>
                </a:lnTo>
                <a:lnTo>
                  <a:pt x="325683" y="303163"/>
                </a:lnTo>
                <a:lnTo>
                  <a:pt x="352070" y="306461"/>
                </a:lnTo>
                <a:lnTo>
                  <a:pt x="365428" y="305637"/>
                </a:lnTo>
                <a:lnTo>
                  <a:pt x="402958" y="293268"/>
                </a:lnTo>
                <a:lnTo>
                  <a:pt x="433845" y="266340"/>
                </a:lnTo>
                <a:lnTo>
                  <a:pt x="442909" y="252180"/>
                </a:lnTo>
                <a:lnTo>
                  <a:pt x="343777" y="252180"/>
                </a:lnTo>
                <a:lnTo>
                  <a:pt x="336866" y="249793"/>
                </a:lnTo>
                <a:lnTo>
                  <a:pt x="316526" y="210833"/>
                </a:lnTo>
                <a:lnTo>
                  <a:pt x="315505" y="193753"/>
                </a:lnTo>
                <a:lnTo>
                  <a:pt x="315741" y="185201"/>
                </a:lnTo>
                <a:lnTo>
                  <a:pt x="326060" y="147639"/>
                </a:lnTo>
                <a:lnTo>
                  <a:pt x="343777" y="135702"/>
                </a:lnTo>
                <a:lnTo>
                  <a:pt x="443129" y="135702"/>
                </a:lnTo>
                <a:lnTo>
                  <a:pt x="438015" y="127127"/>
                </a:lnTo>
                <a:lnTo>
                  <a:pt x="409084" y="98290"/>
                </a:lnTo>
                <a:lnTo>
                  <a:pt x="372048" y="83306"/>
                </a:lnTo>
                <a:lnTo>
                  <a:pt x="362153" y="81892"/>
                </a:lnTo>
                <a:lnTo>
                  <a:pt x="352070" y="81421"/>
                </a:lnTo>
                <a:close/>
              </a:path>
              <a:path w="1644015" h="306704">
                <a:moveTo>
                  <a:pt x="443129" y="135702"/>
                </a:moveTo>
                <a:lnTo>
                  <a:pt x="360363" y="135702"/>
                </a:lnTo>
                <a:lnTo>
                  <a:pt x="367148" y="138090"/>
                </a:lnTo>
                <a:lnTo>
                  <a:pt x="372425" y="142864"/>
                </a:lnTo>
                <a:lnTo>
                  <a:pt x="387224" y="176696"/>
                </a:lnTo>
                <a:lnTo>
                  <a:pt x="387315" y="177261"/>
                </a:lnTo>
                <a:lnTo>
                  <a:pt x="388021" y="185201"/>
                </a:lnTo>
                <a:lnTo>
                  <a:pt x="388257" y="193753"/>
                </a:lnTo>
                <a:lnTo>
                  <a:pt x="388021" y="202328"/>
                </a:lnTo>
                <a:lnTo>
                  <a:pt x="377954" y="240243"/>
                </a:lnTo>
                <a:lnTo>
                  <a:pt x="372425" y="245018"/>
                </a:lnTo>
                <a:lnTo>
                  <a:pt x="367148" y="249793"/>
                </a:lnTo>
                <a:lnTo>
                  <a:pt x="360363" y="252180"/>
                </a:lnTo>
                <a:lnTo>
                  <a:pt x="442909" y="252180"/>
                </a:lnTo>
                <a:lnTo>
                  <a:pt x="448381" y="241178"/>
                </a:lnTo>
                <a:lnTo>
                  <a:pt x="453093" y="226642"/>
                </a:lnTo>
                <a:lnTo>
                  <a:pt x="455920" y="210833"/>
                </a:lnTo>
                <a:lnTo>
                  <a:pt x="456862" y="193753"/>
                </a:lnTo>
                <a:lnTo>
                  <a:pt x="456320" y="180748"/>
                </a:lnTo>
                <a:lnTo>
                  <a:pt x="443480" y="136291"/>
                </a:lnTo>
                <a:lnTo>
                  <a:pt x="443129" y="135702"/>
                </a:lnTo>
                <a:close/>
              </a:path>
              <a:path w="1644015" h="306704">
                <a:moveTo>
                  <a:pt x="566072" y="0"/>
                </a:moveTo>
                <a:lnTo>
                  <a:pt x="498975" y="0"/>
                </a:lnTo>
                <a:lnTo>
                  <a:pt x="498975" y="231448"/>
                </a:lnTo>
                <a:lnTo>
                  <a:pt x="499279" y="240746"/>
                </a:lnTo>
                <a:lnTo>
                  <a:pt x="499328" y="242238"/>
                </a:lnTo>
                <a:lnTo>
                  <a:pt x="500237" y="250924"/>
                </a:lnTo>
                <a:lnTo>
                  <a:pt x="500290" y="251426"/>
                </a:lnTo>
                <a:lnTo>
                  <a:pt x="500388" y="252369"/>
                </a:lnTo>
                <a:lnTo>
                  <a:pt x="517351" y="291854"/>
                </a:lnTo>
                <a:lnTo>
                  <a:pt x="560041" y="306461"/>
                </a:lnTo>
                <a:lnTo>
                  <a:pt x="567580" y="306461"/>
                </a:lnTo>
                <a:lnTo>
                  <a:pt x="573705" y="305872"/>
                </a:lnTo>
                <a:lnTo>
                  <a:pt x="573941" y="305872"/>
                </a:lnTo>
                <a:lnTo>
                  <a:pt x="579643" y="304577"/>
                </a:lnTo>
                <a:lnTo>
                  <a:pt x="585171" y="303571"/>
                </a:lnTo>
                <a:lnTo>
                  <a:pt x="589695" y="302315"/>
                </a:lnTo>
                <a:lnTo>
                  <a:pt x="593213" y="300807"/>
                </a:lnTo>
                <a:lnTo>
                  <a:pt x="585448" y="252369"/>
                </a:lnTo>
                <a:lnTo>
                  <a:pt x="585418" y="252180"/>
                </a:lnTo>
                <a:lnTo>
                  <a:pt x="575245" y="252180"/>
                </a:lnTo>
                <a:lnTo>
                  <a:pt x="572606" y="250924"/>
                </a:lnTo>
                <a:lnTo>
                  <a:pt x="569842" y="248411"/>
                </a:lnTo>
                <a:lnTo>
                  <a:pt x="567329" y="245646"/>
                </a:lnTo>
                <a:lnTo>
                  <a:pt x="566072" y="240746"/>
                </a:lnTo>
                <a:lnTo>
                  <a:pt x="566072" y="0"/>
                </a:lnTo>
                <a:close/>
              </a:path>
              <a:path w="1644015" h="306704">
                <a:moveTo>
                  <a:pt x="585297" y="251426"/>
                </a:moveTo>
                <a:lnTo>
                  <a:pt x="583538" y="251678"/>
                </a:lnTo>
                <a:lnTo>
                  <a:pt x="582156" y="251929"/>
                </a:lnTo>
                <a:lnTo>
                  <a:pt x="581150" y="252180"/>
                </a:lnTo>
                <a:lnTo>
                  <a:pt x="585418" y="252180"/>
                </a:lnTo>
                <a:lnTo>
                  <a:pt x="585297" y="251426"/>
                </a:lnTo>
                <a:close/>
              </a:path>
              <a:path w="1644015" h="306704">
                <a:moveTo>
                  <a:pt x="688970" y="86698"/>
                </a:moveTo>
                <a:lnTo>
                  <a:pt x="621873" y="86698"/>
                </a:lnTo>
                <a:lnTo>
                  <a:pt x="621966" y="221176"/>
                </a:lnTo>
                <a:lnTo>
                  <a:pt x="622692" y="235092"/>
                </a:lnTo>
                <a:lnTo>
                  <a:pt x="622753" y="236254"/>
                </a:lnTo>
                <a:lnTo>
                  <a:pt x="622862" y="238351"/>
                </a:lnTo>
                <a:lnTo>
                  <a:pt x="637705" y="283090"/>
                </a:lnTo>
                <a:lnTo>
                  <a:pt x="672479" y="305001"/>
                </a:lnTo>
                <a:lnTo>
                  <a:pt x="688970" y="306461"/>
                </a:lnTo>
                <a:lnTo>
                  <a:pt x="699525" y="305872"/>
                </a:lnTo>
                <a:lnTo>
                  <a:pt x="741838" y="286012"/>
                </a:lnTo>
                <a:lnTo>
                  <a:pt x="755691" y="271782"/>
                </a:lnTo>
                <a:lnTo>
                  <a:pt x="816757" y="271782"/>
                </a:lnTo>
                <a:lnTo>
                  <a:pt x="816757" y="249165"/>
                </a:lnTo>
                <a:lnTo>
                  <a:pt x="705305" y="249165"/>
                </a:lnTo>
                <a:lnTo>
                  <a:pt x="699022" y="246526"/>
                </a:lnTo>
                <a:lnTo>
                  <a:pt x="688970" y="211093"/>
                </a:lnTo>
                <a:lnTo>
                  <a:pt x="688970" y="86698"/>
                </a:lnTo>
                <a:close/>
              </a:path>
              <a:path w="1644015" h="306704">
                <a:moveTo>
                  <a:pt x="816757" y="271782"/>
                </a:moveTo>
                <a:lnTo>
                  <a:pt x="757199" y="271782"/>
                </a:lnTo>
                <a:lnTo>
                  <a:pt x="762005" y="300619"/>
                </a:lnTo>
                <a:lnTo>
                  <a:pt x="762099" y="301184"/>
                </a:lnTo>
                <a:lnTo>
                  <a:pt x="816757" y="301184"/>
                </a:lnTo>
                <a:lnTo>
                  <a:pt x="816757" y="271782"/>
                </a:lnTo>
                <a:close/>
              </a:path>
              <a:path w="1644015" h="306704">
                <a:moveTo>
                  <a:pt x="816757" y="86698"/>
                </a:moveTo>
                <a:lnTo>
                  <a:pt x="749660" y="86698"/>
                </a:lnTo>
                <a:lnTo>
                  <a:pt x="749660" y="227301"/>
                </a:lnTo>
                <a:lnTo>
                  <a:pt x="744131" y="235092"/>
                </a:lnTo>
                <a:lnTo>
                  <a:pt x="738602" y="240746"/>
                </a:lnTo>
                <a:lnTo>
                  <a:pt x="733074" y="244264"/>
                </a:lnTo>
                <a:lnTo>
                  <a:pt x="727796" y="247531"/>
                </a:lnTo>
                <a:lnTo>
                  <a:pt x="721388" y="249165"/>
                </a:lnTo>
                <a:lnTo>
                  <a:pt x="816757" y="249165"/>
                </a:lnTo>
                <a:lnTo>
                  <a:pt x="816757" y="86698"/>
                </a:lnTo>
                <a:close/>
              </a:path>
              <a:path w="1644015" h="306704">
                <a:moveTo>
                  <a:pt x="925431" y="86698"/>
                </a:moveTo>
                <a:lnTo>
                  <a:pt x="870773" y="86698"/>
                </a:lnTo>
                <a:lnTo>
                  <a:pt x="870773" y="301184"/>
                </a:lnTo>
                <a:lnTo>
                  <a:pt x="937870" y="301184"/>
                </a:lnTo>
                <a:lnTo>
                  <a:pt x="937870" y="157942"/>
                </a:lnTo>
                <a:lnTo>
                  <a:pt x="944077" y="151487"/>
                </a:lnTo>
                <a:lnTo>
                  <a:pt x="950184" y="146634"/>
                </a:lnTo>
                <a:lnTo>
                  <a:pt x="955964" y="143618"/>
                </a:lnTo>
                <a:lnTo>
                  <a:pt x="961744" y="140351"/>
                </a:lnTo>
                <a:lnTo>
                  <a:pt x="967021" y="138718"/>
                </a:lnTo>
                <a:lnTo>
                  <a:pt x="1186752" y="138718"/>
                </a:lnTo>
                <a:lnTo>
                  <a:pt x="1185622" y="132404"/>
                </a:lnTo>
                <a:lnTo>
                  <a:pt x="1180557" y="117538"/>
                </a:lnTo>
                <a:lnTo>
                  <a:pt x="1180177" y="116855"/>
                </a:lnTo>
                <a:lnTo>
                  <a:pt x="1055479" y="116855"/>
                </a:lnTo>
                <a:lnTo>
                  <a:pt x="1053806" y="113839"/>
                </a:lnTo>
                <a:lnTo>
                  <a:pt x="930331" y="113839"/>
                </a:lnTo>
                <a:lnTo>
                  <a:pt x="925550" y="87358"/>
                </a:lnTo>
                <a:lnTo>
                  <a:pt x="925431" y="86698"/>
                </a:lnTo>
                <a:close/>
              </a:path>
              <a:path w="1644015" h="306704">
                <a:moveTo>
                  <a:pt x="1093300" y="138718"/>
                </a:moveTo>
                <a:lnTo>
                  <a:pt x="980340" y="138718"/>
                </a:lnTo>
                <a:lnTo>
                  <a:pt x="986623" y="141356"/>
                </a:lnTo>
                <a:lnTo>
                  <a:pt x="990644" y="146634"/>
                </a:lnTo>
                <a:lnTo>
                  <a:pt x="996675" y="176790"/>
                </a:lnTo>
                <a:lnTo>
                  <a:pt x="996675" y="301184"/>
                </a:lnTo>
                <a:lnTo>
                  <a:pt x="1063772" y="301184"/>
                </a:lnTo>
                <a:lnTo>
                  <a:pt x="1063772" y="157942"/>
                </a:lnTo>
                <a:lnTo>
                  <a:pt x="1070228" y="151487"/>
                </a:lnTo>
                <a:lnTo>
                  <a:pt x="1076463" y="146634"/>
                </a:lnTo>
                <a:lnTo>
                  <a:pt x="1082243" y="143618"/>
                </a:lnTo>
                <a:lnTo>
                  <a:pt x="1088023" y="140351"/>
                </a:lnTo>
                <a:lnTo>
                  <a:pt x="1093300" y="138718"/>
                </a:lnTo>
                <a:close/>
              </a:path>
              <a:path w="1644015" h="306704">
                <a:moveTo>
                  <a:pt x="1186752" y="138718"/>
                </a:moveTo>
                <a:lnTo>
                  <a:pt x="1106619" y="138718"/>
                </a:lnTo>
                <a:lnTo>
                  <a:pt x="1112776" y="141356"/>
                </a:lnTo>
                <a:lnTo>
                  <a:pt x="1116546" y="146634"/>
                </a:lnTo>
                <a:lnTo>
                  <a:pt x="1119184" y="151487"/>
                </a:lnTo>
                <a:lnTo>
                  <a:pt x="1121016" y="157942"/>
                </a:lnTo>
                <a:lnTo>
                  <a:pt x="1121069" y="158131"/>
                </a:lnTo>
                <a:lnTo>
                  <a:pt x="1122200" y="166565"/>
                </a:lnTo>
                <a:lnTo>
                  <a:pt x="1122577" y="176790"/>
                </a:lnTo>
                <a:lnTo>
                  <a:pt x="1122577" y="301184"/>
                </a:lnTo>
                <a:lnTo>
                  <a:pt x="1189674" y="301184"/>
                </a:lnTo>
                <a:lnTo>
                  <a:pt x="1189572" y="166565"/>
                </a:lnTo>
                <a:lnTo>
                  <a:pt x="1188773" y="151487"/>
                </a:lnTo>
                <a:lnTo>
                  <a:pt x="1188661" y="149390"/>
                </a:lnTo>
                <a:lnTo>
                  <a:pt x="1186752" y="138718"/>
                </a:lnTo>
                <a:close/>
              </a:path>
              <a:path w="1644015" h="306704">
                <a:moveTo>
                  <a:pt x="1122577" y="81421"/>
                </a:moveTo>
                <a:lnTo>
                  <a:pt x="1085259" y="91976"/>
                </a:lnTo>
                <a:lnTo>
                  <a:pt x="1055479" y="116855"/>
                </a:lnTo>
                <a:lnTo>
                  <a:pt x="1180177" y="116855"/>
                </a:lnTo>
                <a:lnTo>
                  <a:pt x="1173465" y="104792"/>
                </a:lnTo>
                <a:lnTo>
                  <a:pt x="1164348" y="94567"/>
                </a:lnTo>
                <a:lnTo>
                  <a:pt x="1152976" y="87358"/>
                </a:lnTo>
                <a:lnTo>
                  <a:pt x="1153127" y="87358"/>
                </a:lnTo>
                <a:lnTo>
                  <a:pt x="1138904" y="82882"/>
                </a:lnTo>
                <a:lnTo>
                  <a:pt x="1122577" y="81421"/>
                </a:lnTo>
                <a:close/>
              </a:path>
              <a:path w="1644015" h="306704">
                <a:moveTo>
                  <a:pt x="1007808" y="82081"/>
                </a:moveTo>
                <a:lnTo>
                  <a:pt x="985920" y="82081"/>
                </a:lnTo>
                <a:lnTo>
                  <a:pt x="976508" y="83871"/>
                </a:lnTo>
                <a:lnTo>
                  <a:pt x="938177" y="107478"/>
                </a:lnTo>
                <a:lnTo>
                  <a:pt x="931462" y="113839"/>
                </a:lnTo>
                <a:lnTo>
                  <a:pt x="1053806" y="113839"/>
                </a:lnTo>
                <a:lnTo>
                  <a:pt x="1025370" y="86510"/>
                </a:lnTo>
                <a:lnTo>
                  <a:pt x="1007808" y="82081"/>
                </a:lnTo>
                <a:close/>
              </a:path>
              <a:path w="1644015" h="306704">
                <a:moveTo>
                  <a:pt x="996675" y="81421"/>
                </a:moveTo>
                <a:lnTo>
                  <a:pt x="985359" y="82081"/>
                </a:lnTo>
                <a:lnTo>
                  <a:pt x="1009044" y="82081"/>
                </a:lnTo>
                <a:lnTo>
                  <a:pt x="996675" y="81421"/>
                </a:lnTo>
                <a:close/>
              </a:path>
              <a:path w="1644015" h="306704">
                <a:moveTo>
                  <a:pt x="1296865" y="86722"/>
                </a:moveTo>
                <a:lnTo>
                  <a:pt x="1242203" y="86722"/>
                </a:lnTo>
                <a:lnTo>
                  <a:pt x="1242203" y="301184"/>
                </a:lnTo>
                <a:lnTo>
                  <a:pt x="1309301" y="301184"/>
                </a:lnTo>
                <a:lnTo>
                  <a:pt x="1309301" y="157942"/>
                </a:lnTo>
                <a:lnTo>
                  <a:pt x="1315834" y="151660"/>
                </a:lnTo>
                <a:lnTo>
                  <a:pt x="1321740" y="146885"/>
                </a:lnTo>
                <a:lnTo>
                  <a:pt x="1332295" y="140351"/>
                </a:lnTo>
                <a:lnTo>
                  <a:pt x="1338703" y="138718"/>
                </a:lnTo>
                <a:lnTo>
                  <a:pt x="1435364" y="138718"/>
                </a:lnTo>
                <a:lnTo>
                  <a:pt x="1434260" y="132404"/>
                </a:lnTo>
                <a:lnTo>
                  <a:pt x="1429313" y="117538"/>
                </a:lnTo>
                <a:lnTo>
                  <a:pt x="1427098" y="113462"/>
                </a:lnTo>
                <a:lnTo>
                  <a:pt x="1301762" y="113462"/>
                </a:lnTo>
                <a:lnTo>
                  <a:pt x="1296965" y="87264"/>
                </a:lnTo>
                <a:lnTo>
                  <a:pt x="1296865" y="86722"/>
                </a:lnTo>
                <a:close/>
              </a:path>
              <a:path w="1644015" h="306704">
                <a:moveTo>
                  <a:pt x="1435364" y="138718"/>
                </a:moveTo>
                <a:lnTo>
                  <a:pt x="1354786" y="138718"/>
                </a:lnTo>
                <a:lnTo>
                  <a:pt x="1361069" y="141356"/>
                </a:lnTo>
                <a:lnTo>
                  <a:pt x="1365090" y="146634"/>
                </a:lnTo>
                <a:lnTo>
                  <a:pt x="1367728" y="151487"/>
                </a:lnTo>
                <a:lnTo>
                  <a:pt x="1369560" y="157942"/>
                </a:lnTo>
                <a:lnTo>
                  <a:pt x="1369613" y="158131"/>
                </a:lnTo>
                <a:lnTo>
                  <a:pt x="1370744" y="166565"/>
                </a:lnTo>
                <a:lnTo>
                  <a:pt x="1371121" y="176790"/>
                </a:lnTo>
                <a:lnTo>
                  <a:pt x="1371121" y="301184"/>
                </a:lnTo>
                <a:lnTo>
                  <a:pt x="1438218" y="301184"/>
                </a:lnTo>
                <a:lnTo>
                  <a:pt x="1438118" y="166565"/>
                </a:lnTo>
                <a:lnTo>
                  <a:pt x="1437346" y="151660"/>
                </a:lnTo>
                <a:lnTo>
                  <a:pt x="1437229" y="149390"/>
                </a:lnTo>
                <a:lnTo>
                  <a:pt x="1435364" y="138718"/>
                </a:lnTo>
                <a:close/>
              </a:path>
              <a:path w="1644015" h="306704">
                <a:moveTo>
                  <a:pt x="1371498" y="81421"/>
                </a:moveTo>
                <a:lnTo>
                  <a:pt x="1332672" y="90845"/>
                </a:lnTo>
                <a:lnTo>
                  <a:pt x="1302892" y="113462"/>
                </a:lnTo>
                <a:lnTo>
                  <a:pt x="1427098" y="113462"/>
                </a:lnTo>
                <a:lnTo>
                  <a:pt x="1387824" y="82882"/>
                </a:lnTo>
                <a:lnTo>
                  <a:pt x="1371498" y="81421"/>
                </a:lnTo>
                <a:close/>
              </a:path>
              <a:path w="1644015" h="306704">
                <a:moveTo>
                  <a:pt x="1501623" y="234464"/>
                </a:moveTo>
                <a:lnTo>
                  <a:pt x="1471843" y="276305"/>
                </a:lnTo>
                <a:lnTo>
                  <a:pt x="1480513" y="282761"/>
                </a:lnTo>
                <a:lnTo>
                  <a:pt x="1489937" y="288556"/>
                </a:lnTo>
                <a:lnTo>
                  <a:pt x="1533192" y="304388"/>
                </a:lnTo>
                <a:lnTo>
                  <a:pt x="1554396" y="306461"/>
                </a:lnTo>
                <a:lnTo>
                  <a:pt x="1567310" y="305943"/>
                </a:lnTo>
                <a:lnTo>
                  <a:pt x="1568127" y="305943"/>
                </a:lnTo>
                <a:lnTo>
                  <a:pt x="1612776" y="292302"/>
                </a:lnTo>
                <a:lnTo>
                  <a:pt x="1640469" y="257081"/>
                </a:lnTo>
                <a:lnTo>
                  <a:pt x="1555904" y="257081"/>
                </a:lnTo>
                <a:lnTo>
                  <a:pt x="1549448" y="256727"/>
                </a:lnTo>
                <a:lnTo>
                  <a:pt x="1508879" y="239623"/>
                </a:lnTo>
                <a:lnTo>
                  <a:pt x="1501623" y="234464"/>
                </a:lnTo>
                <a:close/>
              </a:path>
              <a:path w="1644015" h="306704">
                <a:moveTo>
                  <a:pt x="1566835" y="81421"/>
                </a:moveTo>
                <a:lnTo>
                  <a:pt x="1523109" y="90091"/>
                </a:lnTo>
                <a:lnTo>
                  <a:pt x="1489631" y="121708"/>
                </a:lnTo>
                <a:lnTo>
                  <a:pt x="1483930" y="148895"/>
                </a:lnTo>
                <a:lnTo>
                  <a:pt x="1483982" y="150529"/>
                </a:lnTo>
                <a:lnTo>
                  <a:pt x="1501528" y="190454"/>
                </a:lnTo>
                <a:lnTo>
                  <a:pt x="1538564" y="212600"/>
                </a:lnTo>
                <a:lnTo>
                  <a:pt x="1545852" y="215365"/>
                </a:lnTo>
                <a:lnTo>
                  <a:pt x="1553059" y="218255"/>
                </a:lnTo>
                <a:lnTo>
                  <a:pt x="1559296" y="220893"/>
                </a:lnTo>
                <a:lnTo>
                  <a:pt x="1565830" y="223406"/>
                </a:lnTo>
                <a:lnTo>
                  <a:pt x="1571107" y="226171"/>
                </a:lnTo>
                <a:lnTo>
                  <a:pt x="1579149" y="232202"/>
                </a:lnTo>
                <a:lnTo>
                  <a:pt x="1581160" y="235846"/>
                </a:lnTo>
                <a:lnTo>
                  <a:pt x="1581160" y="245395"/>
                </a:lnTo>
                <a:lnTo>
                  <a:pt x="1579149" y="249542"/>
                </a:lnTo>
                <a:lnTo>
                  <a:pt x="1570982" y="255667"/>
                </a:lnTo>
                <a:lnTo>
                  <a:pt x="1570707" y="255667"/>
                </a:lnTo>
                <a:lnTo>
                  <a:pt x="1564699" y="257081"/>
                </a:lnTo>
                <a:lnTo>
                  <a:pt x="1640469" y="257081"/>
                </a:lnTo>
                <a:lnTo>
                  <a:pt x="1641189" y="255102"/>
                </a:lnTo>
                <a:lnTo>
                  <a:pt x="1643097" y="245937"/>
                </a:lnTo>
                <a:lnTo>
                  <a:pt x="1643734" y="236348"/>
                </a:lnTo>
                <a:lnTo>
                  <a:pt x="1643659" y="226171"/>
                </a:lnTo>
                <a:lnTo>
                  <a:pt x="1642100" y="218255"/>
                </a:lnTo>
                <a:lnTo>
                  <a:pt x="1638833" y="211469"/>
                </a:lnTo>
                <a:lnTo>
                  <a:pt x="1635566" y="204433"/>
                </a:lnTo>
                <a:lnTo>
                  <a:pt x="1631168" y="198402"/>
                </a:lnTo>
                <a:lnTo>
                  <a:pt x="1620111" y="188350"/>
                </a:lnTo>
                <a:lnTo>
                  <a:pt x="1613954" y="184203"/>
                </a:lnTo>
                <a:lnTo>
                  <a:pt x="1607169" y="180936"/>
                </a:lnTo>
                <a:lnTo>
                  <a:pt x="1600635" y="177418"/>
                </a:lnTo>
                <a:lnTo>
                  <a:pt x="1593976" y="174403"/>
                </a:lnTo>
                <a:lnTo>
                  <a:pt x="1573118" y="166612"/>
                </a:lnTo>
                <a:lnTo>
                  <a:pt x="1560553" y="162089"/>
                </a:lnTo>
                <a:lnTo>
                  <a:pt x="1555527" y="159576"/>
                </a:lnTo>
                <a:lnTo>
                  <a:pt x="1551757" y="156811"/>
                </a:lnTo>
                <a:lnTo>
                  <a:pt x="1548239" y="154047"/>
                </a:lnTo>
                <a:lnTo>
                  <a:pt x="1546480" y="150529"/>
                </a:lnTo>
                <a:lnTo>
                  <a:pt x="1546480" y="141231"/>
                </a:lnTo>
                <a:lnTo>
                  <a:pt x="1548239" y="137461"/>
                </a:lnTo>
                <a:lnTo>
                  <a:pt x="1551757" y="134948"/>
                </a:lnTo>
                <a:lnTo>
                  <a:pt x="1555527" y="132184"/>
                </a:lnTo>
                <a:lnTo>
                  <a:pt x="1561307" y="130802"/>
                </a:lnTo>
                <a:lnTo>
                  <a:pt x="1627062" y="130802"/>
                </a:lnTo>
                <a:lnTo>
                  <a:pt x="1643357" y="108939"/>
                </a:lnTo>
                <a:lnTo>
                  <a:pt x="1601114" y="86298"/>
                </a:lnTo>
                <a:lnTo>
                  <a:pt x="1579063" y="81963"/>
                </a:lnTo>
                <a:lnTo>
                  <a:pt x="1566835" y="81421"/>
                </a:lnTo>
                <a:close/>
              </a:path>
              <a:path w="1644015" h="306704">
                <a:moveTo>
                  <a:pt x="1627062" y="130802"/>
                </a:moveTo>
                <a:lnTo>
                  <a:pt x="1576133" y="130802"/>
                </a:lnTo>
                <a:lnTo>
                  <a:pt x="1583296" y="132435"/>
                </a:lnTo>
                <a:lnTo>
                  <a:pt x="1590583" y="135702"/>
                </a:lnTo>
                <a:lnTo>
                  <a:pt x="1596261" y="138364"/>
                </a:lnTo>
                <a:lnTo>
                  <a:pt x="1601986" y="141451"/>
                </a:lnTo>
                <a:lnTo>
                  <a:pt x="1607758" y="144961"/>
                </a:lnTo>
                <a:lnTo>
                  <a:pt x="1613577" y="148895"/>
                </a:lnTo>
                <a:lnTo>
                  <a:pt x="1627062" y="130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596427" y="6860314"/>
            <a:ext cx="1696085" cy="286385"/>
          </a:xfrm>
          <a:custGeom>
            <a:avLst/>
            <a:gdLst/>
            <a:ahLst/>
            <a:cxnLst/>
            <a:rect l="l" t="t" r="r" b="b"/>
            <a:pathLst>
              <a:path w="1696084" h="286384">
                <a:moveTo>
                  <a:pt x="68605" y="0"/>
                </a:moveTo>
                <a:lnTo>
                  <a:pt x="0" y="0"/>
                </a:lnTo>
                <a:lnTo>
                  <a:pt x="0" y="280829"/>
                </a:lnTo>
                <a:lnTo>
                  <a:pt x="64081" y="280829"/>
                </a:lnTo>
                <a:lnTo>
                  <a:pt x="64081" y="187722"/>
                </a:lnTo>
                <a:lnTo>
                  <a:pt x="63869" y="174811"/>
                </a:lnTo>
                <a:lnTo>
                  <a:pt x="63233" y="161712"/>
                </a:lnTo>
                <a:lnTo>
                  <a:pt x="62173" y="148424"/>
                </a:lnTo>
                <a:lnTo>
                  <a:pt x="60689" y="134948"/>
                </a:lnTo>
                <a:lnTo>
                  <a:pt x="59228" y="121449"/>
                </a:lnTo>
                <a:lnTo>
                  <a:pt x="57862" y="108467"/>
                </a:lnTo>
                <a:lnTo>
                  <a:pt x="56589" y="96004"/>
                </a:lnTo>
                <a:lnTo>
                  <a:pt x="55411" y="84060"/>
                </a:lnTo>
                <a:lnTo>
                  <a:pt x="112165" y="84060"/>
                </a:lnTo>
                <a:lnTo>
                  <a:pt x="68605" y="0"/>
                </a:lnTo>
                <a:close/>
              </a:path>
              <a:path w="1696084" h="286384">
                <a:moveTo>
                  <a:pt x="112165" y="84060"/>
                </a:moveTo>
                <a:lnTo>
                  <a:pt x="57296" y="84060"/>
                </a:lnTo>
                <a:lnTo>
                  <a:pt x="84814" y="145503"/>
                </a:lnTo>
                <a:lnTo>
                  <a:pt x="154173" y="280829"/>
                </a:lnTo>
                <a:lnTo>
                  <a:pt x="222778" y="280829"/>
                </a:lnTo>
                <a:lnTo>
                  <a:pt x="222778" y="196768"/>
                </a:lnTo>
                <a:lnTo>
                  <a:pt x="165858" y="196768"/>
                </a:lnTo>
                <a:lnTo>
                  <a:pt x="138341" y="134571"/>
                </a:lnTo>
                <a:lnTo>
                  <a:pt x="112165" y="84060"/>
                </a:lnTo>
                <a:close/>
              </a:path>
              <a:path w="1696084" h="286384">
                <a:moveTo>
                  <a:pt x="222778" y="0"/>
                </a:moveTo>
                <a:lnTo>
                  <a:pt x="158696" y="0"/>
                </a:lnTo>
                <a:lnTo>
                  <a:pt x="158739" y="96004"/>
                </a:lnTo>
                <a:lnTo>
                  <a:pt x="158885" y="105923"/>
                </a:lnTo>
                <a:lnTo>
                  <a:pt x="159450" y="119116"/>
                </a:lnTo>
                <a:lnTo>
                  <a:pt x="160393" y="132687"/>
                </a:lnTo>
                <a:lnTo>
                  <a:pt x="161605" y="145503"/>
                </a:lnTo>
                <a:lnTo>
                  <a:pt x="161712" y="146634"/>
                </a:lnTo>
                <a:lnTo>
                  <a:pt x="163361" y="160228"/>
                </a:lnTo>
                <a:lnTo>
                  <a:pt x="167743" y="196768"/>
                </a:lnTo>
                <a:lnTo>
                  <a:pt x="222778" y="196768"/>
                </a:lnTo>
                <a:lnTo>
                  <a:pt x="222778" y="0"/>
                </a:lnTo>
                <a:close/>
              </a:path>
              <a:path w="1696084" h="286384">
                <a:moveTo>
                  <a:pt x="375697" y="61066"/>
                </a:moveTo>
                <a:lnTo>
                  <a:pt x="336682" y="68699"/>
                </a:lnTo>
                <a:lnTo>
                  <a:pt x="302568" y="90845"/>
                </a:lnTo>
                <a:lnTo>
                  <a:pt x="278797" y="126184"/>
                </a:lnTo>
                <a:lnTo>
                  <a:pt x="270527" y="173397"/>
                </a:lnTo>
                <a:lnTo>
                  <a:pt x="271419" y="189983"/>
                </a:lnTo>
                <a:lnTo>
                  <a:pt x="285228" y="234087"/>
                </a:lnTo>
                <a:lnTo>
                  <a:pt x="312934" y="265397"/>
                </a:lnTo>
                <a:lnTo>
                  <a:pt x="349310" y="282808"/>
                </a:lnTo>
                <a:lnTo>
                  <a:pt x="375697" y="286106"/>
                </a:lnTo>
                <a:lnTo>
                  <a:pt x="389055" y="285281"/>
                </a:lnTo>
                <a:lnTo>
                  <a:pt x="426585" y="272913"/>
                </a:lnTo>
                <a:lnTo>
                  <a:pt x="457472" y="245984"/>
                </a:lnTo>
                <a:lnTo>
                  <a:pt x="466536" y="231825"/>
                </a:lnTo>
                <a:lnTo>
                  <a:pt x="367404" y="231825"/>
                </a:lnTo>
                <a:lnTo>
                  <a:pt x="360493" y="229438"/>
                </a:lnTo>
                <a:lnTo>
                  <a:pt x="340153" y="190478"/>
                </a:lnTo>
                <a:lnTo>
                  <a:pt x="339132" y="173397"/>
                </a:lnTo>
                <a:lnTo>
                  <a:pt x="339368" y="164845"/>
                </a:lnTo>
                <a:lnTo>
                  <a:pt x="349687" y="127284"/>
                </a:lnTo>
                <a:lnTo>
                  <a:pt x="367404" y="115347"/>
                </a:lnTo>
                <a:lnTo>
                  <a:pt x="466756" y="115347"/>
                </a:lnTo>
                <a:lnTo>
                  <a:pt x="461642" y="106771"/>
                </a:lnTo>
                <a:lnTo>
                  <a:pt x="432711" y="77934"/>
                </a:lnTo>
                <a:lnTo>
                  <a:pt x="395675" y="62950"/>
                </a:lnTo>
                <a:lnTo>
                  <a:pt x="385780" y="61537"/>
                </a:lnTo>
                <a:lnTo>
                  <a:pt x="375697" y="61066"/>
                </a:lnTo>
                <a:close/>
              </a:path>
              <a:path w="1696084" h="286384">
                <a:moveTo>
                  <a:pt x="466756" y="115347"/>
                </a:moveTo>
                <a:lnTo>
                  <a:pt x="383990" y="115347"/>
                </a:lnTo>
                <a:lnTo>
                  <a:pt x="390775" y="117734"/>
                </a:lnTo>
                <a:lnTo>
                  <a:pt x="396052" y="122509"/>
                </a:lnTo>
                <a:lnTo>
                  <a:pt x="410851" y="156340"/>
                </a:lnTo>
                <a:lnTo>
                  <a:pt x="410942" y="156906"/>
                </a:lnTo>
                <a:lnTo>
                  <a:pt x="411649" y="164845"/>
                </a:lnTo>
                <a:lnTo>
                  <a:pt x="411884" y="173397"/>
                </a:lnTo>
                <a:lnTo>
                  <a:pt x="411649" y="181973"/>
                </a:lnTo>
                <a:lnTo>
                  <a:pt x="401581" y="219888"/>
                </a:lnTo>
                <a:lnTo>
                  <a:pt x="396052" y="224663"/>
                </a:lnTo>
                <a:lnTo>
                  <a:pt x="390775" y="229438"/>
                </a:lnTo>
                <a:lnTo>
                  <a:pt x="383990" y="231825"/>
                </a:lnTo>
                <a:lnTo>
                  <a:pt x="466536" y="231825"/>
                </a:lnTo>
                <a:lnTo>
                  <a:pt x="472008" y="220823"/>
                </a:lnTo>
                <a:lnTo>
                  <a:pt x="476720" y="206286"/>
                </a:lnTo>
                <a:lnTo>
                  <a:pt x="479547" y="190478"/>
                </a:lnTo>
                <a:lnTo>
                  <a:pt x="480489" y="173397"/>
                </a:lnTo>
                <a:lnTo>
                  <a:pt x="479948" y="160393"/>
                </a:lnTo>
                <a:lnTo>
                  <a:pt x="467108" y="115936"/>
                </a:lnTo>
                <a:lnTo>
                  <a:pt x="466756" y="115347"/>
                </a:lnTo>
                <a:close/>
              </a:path>
              <a:path w="1696084" h="286384">
                <a:moveTo>
                  <a:pt x="654353" y="66343"/>
                </a:moveTo>
                <a:lnTo>
                  <a:pt x="586878" y="66343"/>
                </a:lnTo>
                <a:lnTo>
                  <a:pt x="658122" y="280829"/>
                </a:lnTo>
                <a:lnTo>
                  <a:pt x="735774" y="280829"/>
                </a:lnTo>
                <a:lnTo>
                  <a:pt x="751865" y="231071"/>
                </a:lnTo>
                <a:lnTo>
                  <a:pt x="696571" y="231071"/>
                </a:lnTo>
                <a:lnTo>
                  <a:pt x="694498" y="222613"/>
                </a:lnTo>
                <a:lnTo>
                  <a:pt x="688278" y="197522"/>
                </a:lnTo>
                <a:lnTo>
                  <a:pt x="686370" y="189276"/>
                </a:lnTo>
                <a:lnTo>
                  <a:pt x="684415" y="181125"/>
                </a:lnTo>
                <a:lnTo>
                  <a:pt x="682412" y="173068"/>
                </a:lnTo>
                <a:lnTo>
                  <a:pt x="680362" y="165104"/>
                </a:lnTo>
                <a:lnTo>
                  <a:pt x="654353" y="66343"/>
                </a:lnTo>
                <a:close/>
              </a:path>
              <a:path w="1696084" h="286384">
                <a:moveTo>
                  <a:pt x="805133" y="66343"/>
                </a:moveTo>
                <a:lnTo>
                  <a:pt x="740675" y="66343"/>
                </a:lnTo>
                <a:lnTo>
                  <a:pt x="714288" y="165104"/>
                </a:lnTo>
                <a:lnTo>
                  <a:pt x="710424" y="181125"/>
                </a:lnTo>
                <a:lnTo>
                  <a:pt x="706372" y="197522"/>
                </a:lnTo>
                <a:lnTo>
                  <a:pt x="704464" y="205839"/>
                </a:lnTo>
                <a:lnTo>
                  <a:pt x="702508" y="214202"/>
                </a:lnTo>
                <a:lnTo>
                  <a:pt x="700506" y="222613"/>
                </a:lnTo>
                <a:lnTo>
                  <a:pt x="698456" y="231071"/>
                </a:lnTo>
                <a:lnTo>
                  <a:pt x="751865" y="231071"/>
                </a:lnTo>
                <a:lnTo>
                  <a:pt x="805133" y="66343"/>
                </a:lnTo>
                <a:close/>
              </a:path>
              <a:path w="1696084" h="286384">
                <a:moveTo>
                  <a:pt x="849019" y="214108"/>
                </a:moveTo>
                <a:lnTo>
                  <a:pt x="819240" y="255950"/>
                </a:lnTo>
                <a:lnTo>
                  <a:pt x="827910" y="262405"/>
                </a:lnTo>
                <a:lnTo>
                  <a:pt x="837333" y="268201"/>
                </a:lnTo>
                <a:lnTo>
                  <a:pt x="880589" y="284033"/>
                </a:lnTo>
                <a:lnTo>
                  <a:pt x="901792" y="286106"/>
                </a:lnTo>
                <a:lnTo>
                  <a:pt x="914707" y="285588"/>
                </a:lnTo>
                <a:lnTo>
                  <a:pt x="915523" y="285588"/>
                </a:lnTo>
                <a:lnTo>
                  <a:pt x="960172" y="271947"/>
                </a:lnTo>
                <a:lnTo>
                  <a:pt x="987865" y="236725"/>
                </a:lnTo>
                <a:lnTo>
                  <a:pt x="903300" y="236725"/>
                </a:lnTo>
                <a:lnTo>
                  <a:pt x="896845" y="236372"/>
                </a:lnTo>
                <a:lnTo>
                  <a:pt x="856275" y="219268"/>
                </a:lnTo>
                <a:lnTo>
                  <a:pt x="849019" y="214108"/>
                </a:lnTo>
                <a:close/>
              </a:path>
              <a:path w="1696084" h="286384">
                <a:moveTo>
                  <a:pt x="914231" y="61066"/>
                </a:moveTo>
                <a:lnTo>
                  <a:pt x="870505" y="69736"/>
                </a:lnTo>
                <a:lnTo>
                  <a:pt x="837027" y="101352"/>
                </a:lnTo>
                <a:lnTo>
                  <a:pt x="831326" y="128540"/>
                </a:lnTo>
                <a:lnTo>
                  <a:pt x="831378" y="130174"/>
                </a:lnTo>
                <a:lnTo>
                  <a:pt x="848925" y="170099"/>
                </a:lnTo>
                <a:lnTo>
                  <a:pt x="885960" y="192245"/>
                </a:lnTo>
                <a:lnTo>
                  <a:pt x="893248" y="195009"/>
                </a:lnTo>
                <a:lnTo>
                  <a:pt x="900456" y="197899"/>
                </a:lnTo>
                <a:lnTo>
                  <a:pt x="906692" y="200538"/>
                </a:lnTo>
                <a:lnTo>
                  <a:pt x="913226" y="203051"/>
                </a:lnTo>
                <a:lnTo>
                  <a:pt x="918504" y="205815"/>
                </a:lnTo>
                <a:lnTo>
                  <a:pt x="926545" y="211846"/>
                </a:lnTo>
                <a:lnTo>
                  <a:pt x="928556" y="215490"/>
                </a:lnTo>
                <a:lnTo>
                  <a:pt x="928556" y="225040"/>
                </a:lnTo>
                <a:lnTo>
                  <a:pt x="926545" y="229186"/>
                </a:lnTo>
                <a:lnTo>
                  <a:pt x="918378" y="235312"/>
                </a:lnTo>
                <a:lnTo>
                  <a:pt x="918103" y="235312"/>
                </a:lnTo>
                <a:lnTo>
                  <a:pt x="912095" y="236725"/>
                </a:lnTo>
                <a:lnTo>
                  <a:pt x="987865" y="236725"/>
                </a:lnTo>
                <a:lnTo>
                  <a:pt x="988585" y="234746"/>
                </a:lnTo>
                <a:lnTo>
                  <a:pt x="990494" y="225582"/>
                </a:lnTo>
                <a:lnTo>
                  <a:pt x="991130" y="215993"/>
                </a:lnTo>
                <a:lnTo>
                  <a:pt x="991055" y="205815"/>
                </a:lnTo>
                <a:lnTo>
                  <a:pt x="989496" y="197899"/>
                </a:lnTo>
                <a:lnTo>
                  <a:pt x="986229" y="191114"/>
                </a:lnTo>
                <a:lnTo>
                  <a:pt x="982962" y="184078"/>
                </a:lnTo>
                <a:lnTo>
                  <a:pt x="978565" y="178046"/>
                </a:lnTo>
                <a:lnTo>
                  <a:pt x="967507" y="167994"/>
                </a:lnTo>
                <a:lnTo>
                  <a:pt x="961350" y="163848"/>
                </a:lnTo>
                <a:lnTo>
                  <a:pt x="954565" y="160581"/>
                </a:lnTo>
                <a:lnTo>
                  <a:pt x="948031" y="157063"/>
                </a:lnTo>
                <a:lnTo>
                  <a:pt x="941372" y="154047"/>
                </a:lnTo>
                <a:lnTo>
                  <a:pt x="920514" y="146257"/>
                </a:lnTo>
                <a:lnTo>
                  <a:pt x="907949" y="141733"/>
                </a:lnTo>
                <a:lnTo>
                  <a:pt x="902923" y="139220"/>
                </a:lnTo>
                <a:lnTo>
                  <a:pt x="899153" y="136456"/>
                </a:lnTo>
                <a:lnTo>
                  <a:pt x="895635" y="133692"/>
                </a:lnTo>
                <a:lnTo>
                  <a:pt x="893876" y="130174"/>
                </a:lnTo>
                <a:lnTo>
                  <a:pt x="893876" y="120875"/>
                </a:lnTo>
                <a:lnTo>
                  <a:pt x="895635" y="117106"/>
                </a:lnTo>
                <a:lnTo>
                  <a:pt x="899153" y="114593"/>
                </a:lnTo>
                <a:lnTo>
                  <a:pt x="902923" y="111829"/>
                </a:lnTo>
                <a:lnTo>
                  <a:pt x="908703" y="110446"/>
                </a:lnTo>
                <a:lnTo>
                  <a:pt x="974458" y="110446"/>
                </a:lnTo>
                <a:lnTo>
                  <a:pt x="990753" y="88583"/>
                </a:lnTo>
                <a:lnTo>
                  <a:pt x="948511" y="65943"/>
                </a:lnTo>
                <a:lnTo>
                  <a:pt x="926459" y="61608"/>
                </a:lnTo>
                <a:lnTo>
                  <a:pt x="914231" y="61066"/>
                </a:lnTo>
                <a:close/>
              </a:path>
              <a:path w="1696084" h="286384">
                <a:moveTo>
                  <a:pt x="974458" y="110446"/>
                </a:moveTo>
                <a:lnTo>
                  <a:pt x="923530" y="110446"/>
                </a:lnTo>
                <a:lnTo>
                  <a:pt x="930692" y="112080"/>
                </a:lnTo>
                <a:lnTo>
                  <a:pt x="937979" y="115347"/>
                </a:lnTo>
                <a:lnTo>
                  <a:pt x="943657" y="118009"/>
                </a:lnTo>
                <a:lnTo>
                  <a:pt x="949382" y="121095"/>
                </a:lnTo>
                <a:lnTo>
                  <a:pt x="955154" y="124606"/>
                </a:lnTo>
                <a:lnTo>
                  <a:pt x="960973" y="128540"/>
                </a:lnTo>
                <a:lnTo>
                  <a:pt x="974458" y="110446"/>
                </a:lnTo>
                <a:close/>
              </a:path>
              <a:path w="1696084" h="286384">
                <a:moveTo>
                  <a:pt x="1407818" y="61066"/>
                </a:moveTo>
                <a:lnTo>
                  <a:pt x="1370122" y="68982"/>
                </a:lnTo>
                <a:lnTo>
                  <a:pt x="1337327" y="91222"/>
                </a:lnTo>
                <a:lnTo>
                  <a:pt x="1319132" y="116478"/>
                </a:lnTo>
                <a:lnTo>
                  <a:pt x="1319022" y="116666"/>
                </a:lnTo>
                <a:lnTo>
                  <a:pt x="1306559" y="160722"/>
                </a:lnTo>
                <a:lnTo>
                  <a:pt x="1306164" y="170382"/>
                </a:lnTo>
                <a:lnTo>
                  <a:pt x="1306041" y="173397"/>
                </a:lnTo>
                <a:lnTo>
                  <a:pt x="1314098" y="220823"/>
                </a:lnTo>
                <a:lnTo>
                  <a:pt x="1337516" y="256421"/>
                </a:lnTo>
                <a:lnTo>
                  <a:pt x="1372384" y="278685"/>
                </a:lnTo>
                <a:lnTo>
                  <a:pt x="1415357" y="286106"/>
                </a:lnTo>
                <a:lnTo>
                  <a:pt x="1424875" y="285706"/>
                </a:lnTo>
                <a:lnTo>
                  <a:pt x="1464667" y="276164"/>
                </a:lnTo>
                <a:lnTo>
                  <a:pt x="1491878" y="261604"/>
                </a:lnTo>
                <a:lnTo>
                  <a:pt x="1477120" y="234841"/>
                </a:lnTo>
                <a:lnTo>
                  <a:pt x="1415357" y="234841"/>
                </a:lnTo>
                <a:lnTo>
                  <a:pt x="1407189" y="233458"/>
                </a:lnTo>
                <a:lnTo>
                  <a:pt x="1375023" y="206663"/>
                </a:lnTo>
                <a:lnTo>
                  <a:pt x="1370876" y="193376"/>
                </a:lnTo>
                <a:lnTo>
                  <a:pt x="1496778" y="193376"/>
                </a:lnTo>
                <a:lnTo>
                  <a:pt x="1497532" y="190612"/>
                </a:lnTo>
                <a:lnTo>
                  <a:pt x="1498160" y="186591"/>
                </a:lnTo>
                <a:lnTo>
                  <a:pt x="1498627" y="181690"/>
                </a:lnTo>
                <a:lnTo>
                  <a:pt x="1498663" y="181313"/>
                </a:lnTo>
                <a:lnTo>
                  <a:pt x="1499417" y="176036"/>
                </a:lnTo>
                <a:lnTo>
                  <a:pt x="1499794" y="170382"/>
                </a:lnTo>
                <a:lnTo>
                  <a:pt x="1499794" y="164351"/>
                </a:lnTo>
                <a:lnTo>
                  <a:pt x="1499158" y="150026"/>
                </a:lnTo>
                <a:lnTo>
                  <a:pt x="1499052" y="149272"/>
                </a:lnTo>
                <a:lnTo>
                  <a:pt x="1369745" y="149272"/>
                </a:lnTo>
                <a:lnTo>
                  <a:pt x="1371253" y="140728"/>
                </a:lnTo>
                <a:lnTo>
                  <a:pt x="1391609" y="116478"/>
                </a:lnTo>
                <a:lnTo>
                  <a:pt x="1397137" y="113713"/>
                </a:lnTo>
                <a:lnTo>
                  <a:pt x="1402917" y="112331"/>
                </a:lnTo>
                <a:lnTo>
                  <a:pt x="1489894" y="112331"/>
                </a:lnTo>
                <a:lnTo>
                  <a:pt x="1489616" y="111577"/>
                </a:lnTo>
                <a:lnTo>
                  <a:pt x="1459083" y="74636"/>
                </a:lnTo>
                <a:lnTo>
                  <a:pt x="1422613" y="61914"/>
                </a:lnTo>
                <a:lnTo>
                  <a:pt x="1407818" y="61066"/>
                </a:lnTo>
                <a:close/>
              </a:path>
              <a:path w="1696084" h="286384">
                <a:moveTo>
                  <a:pt x="1157095" y="0"/>
                </a:moveTo>
                <a:lnTo>
                  <a:pt x="1085474" y="0"/>
                </a:lnTo>
                <a:lnTo>
                  <a:pt x="1169911" y="181690"/>
                </a:lnTo>
                <a:lnTo>
                  <a:pt x="1169911" y="280829"/>
                </a:lnTo>
                <a:lnTo>
                  <a:pt x="1237008" y="280829"/>
                </a:lnTo>
                <a:lnTo>
                  <a:pt x="1237008" y="181690"/>
                </a:lnTo>
                <a:lnTo>
                  <a:pt x="1263403" y="125148"/>
                </a:lnTo>
                <a:lnTo>
                  <a:pt x="1203083" y="125148"/>
                </a:lnTo>
                <a:lnTo>
                  <a:pt x="1197146" y="108939"/>
                </a:lnTo>
                <a:lnTo>
                  <a:pt x="1191397" y="93484"/>
                </a:lnTo>
                <a:lnTo>
                  <a:pt x="1186059" y="78311"/>
                </a:lnTo>
                <a:lnTo>
                  <a:pt x="1180466" y="62574"/>
                </a:lnTo>
                <a:lnTo>
                  <a:pt x="1157095" y="0"/>
                </a:lnTo>
                <a:close/>
              </a:path>
              <a:path w="1696084" h="286384">
                <a:moveTo>
                  <a:pt x="1469638" y="221270"/>
                </a:moveTo>
                <a:lnTo>
                  <a:pt x="1461847" y="225794"/>
                </a:lnTo>
                <a:lnTo>
                  <a:pt x="1454308" y="229186"/>
                </a:lnTo>
                <a:lnTo>
                  <a:pt x="1439733" y="233710"/>
                </a:lnTo>
                <a:lnTo>
                  <a:pt x="1432194" y="234841"/>
                </a:lnTo>
                <a:lnTo>
                  <a:pt x="1477120" y="234841"/>
                </a:lnTo>
                <a:lnTo>
                  <a:pt x="1469638" y="221270"/>
                </a:lnTo>
                <a:close/>
              </a:path>
              <a:path w="1696084" h="286384">
                <a:moveTo>
                  <a:pt x="1489894" y="112331"/>
                </a:moveTo>
                <a:lnTo>
                  <a:pt x="1408948" y="112331"/>
                </a:lnTo>
                <a:lnTo>
                  <a:pt x="1417501" y="112991"/>
                </a:lnTo>
                <a:lnTo>
                  <a:pt x="1424686" y="114970"/>
                </a:lnTo>
                <a:lnTo>
                  <a:pt x="1442837" y="148707"/>
                </a:lnTo>
                <a:lnTo>
                  <a:pt x="1442874" y="149272"/>
                </a:lnTo>
                <a:lnTo>
                  <a:pt x="1499052" y="149272"/>
                </a:lnTo>
                <a:lnTo>
                  <a:pt x="1497375" y="137351"/>
                </a:lnTo>
                <a:lnTo>
                  <a:pt x="1497249" y="136456"/>
                </a:lnTo>
                <a:lnTo>
                  <a:pt x="1494069" y="123640"/>
                </a:lnTo>
                <a:lnTo>
                  <a:pt x="1489894" y="112331"/>
                </a:lnTo>
                <a:close/>
              </a:path>
              <a:path w="1696084" h="286384">
                <a:moveTo>
                  <a:pt x="1321822" y="0"/>
                </a:moveTo>
                <a:lnTo>
                  <a:pt x="1251333" y="0"/>
                </a:lnTo>
                <a:lnTo>
                  <a:pt x="1227961" y="62574"/>
                </a:lnTo>
                <a:lnTo>
                  <a:pt x="1224969" y="70442"/>
                </a:lnTo>
                <a:lnTo>
                  <a:pt x="1216276" y="93484"/>
                </a:lnTo>
                <a:lnTo>
                  <a:pt x="1210527" y="108939"/>
                </a:lnTo>
                <a:lnTo>
                  <a:pt x="1204590" y="125148"/>
                </a:lnTo>
                <a:lnTo>
                  <a:pt x="1263403" y="125148"/>
                </a:lnTo>
                <a:lnTo>
                  <a:pt x="1321822" y="0"/>
                </a:lnTo>
                <a:close/>
              </a:path>
              <a:path w="1696084" h="286384">
                <a:moveTo>
                  <a:pt x="1553963" y="214108"/>
                </a:moveTo>
                <a:lnTo>
                  <a:pt x="1524184" y="255950"/>
                </a:lnTo>
                <a:lnTo>
                  <a:pt x="1532854" y="262405"/>
                </a:lnTo>
                <a:lnTo>
                  <a:pt x="1542278" y="268201"/>
                </a:lnTo>
                <a:lnTo>
                  <a:pt x="1585533" y="284033"/>
                </a:lnTo>
                <a:lnTo>
                  <a:pt x="1606736" y="286106"/>
                </a:lnTo>
                <a:lnTo>
                  <a:pt x="1619651" y="285588"/>
                </a:lnTo>
                <a:lnTo>
                  <a:pt x="1620467" y="285588"/>
                </a:lnTo>
                <a:lnTo>
                  <a:pt x="1665117" y="271947"/>
                </a:lnTo>
                <a:lnTo>
                  <a:pt x="1692809" y="236725"/>
                </a:lnTo>
                <a:lnTo>
                  <a:pt x="1608244" y="236725"/>
                </a:lnTo>
                <a:lnTo>
                  <a:pt x="1601789" y="236372"/>
                </a:lnTo>
                <a:lnTo>
                  <a:pt x="1561219" y="219268"/>
                </a:lnTo>
                <a:lnTo>
                  <a:pt x="1553963" y="214108"/>
                </a:lnTo>
                <a:close/>
              </a:path>
              <a:path w="1696084" h="286384">
                <a:moveTo>
                  <a:pt x="1619176" y="61066"/>
                </a:moveTo>
                <a:lnTo>
                  <a:pt x="1575449" y="69736"/>
                </a:lnTo>
                <a:lnTo>
                  <a:pt x="1541971" y="101352"/>
                </a:lnTo>
                <a:lnTo>
                  <a:pt x="1536271" y="128540"/>
                </a:lnTo>
                <a:lnTo>
                  <a:pt x="1536323" y="130174"/>
                </a:lnTo>
                <a:lnTo>
                  <a:pt x="1536704" y="136456"/>
                </a:lnTo>
                <a:lnTo>
                  <a:pt x="1536765" y="137446"/>
                </a:lnTo>
                <a:lnTo>
                  <a:pt x="1559311" y="174835"/>
                </a:lnTo>
                <a:lnTo>
                  <a:pt x="1598192" y="195009"/>
                </a:lnTo>
                <a:lnTo>
                  <a:pt x="1605400" y="197899"/>
                </a:lnTo>
                <a:lnTo>
                  <a:pt x="1611637" y="200538"/>
                </a:lnTo>
                <a:lnTo>
                  <a:pt x="1618170" y="203051"/>
                </a:lnTo>
                <a:lnTo>
                  <a:pt x="1623448" y="205815"/>
                </a:lnTo>
                <a:lnTo>
                  <a:pt x="1631489" y="211846"/>
                </a:lnTo>
                <a:lnTo>
                  <a:pt x="1633500" y="215490"/>
                </a:lnTo>
                <a:lnTo>
                  <a:pt x="1633500" y="225040"/>
                </a:lnTo>
                <a:lnTo>
                  <a:pt x="1631489" y="229186"/>
                </a:lnTo>
                <a:lnTo>
                  <a:pt x="1623322" y="235312"/>
                </a:lnTo>
                <a:lnTo>
                  <a:pt x="1623047" y="235312"/>
                </a:lnTo>
                <a:lnTo>
                  <a:pt x="1617040" y="236725"/>
                </a:lnTo>
                <a:lnTo>
                  <a:pt x="1692809" y="236725"/>
                </a:lnTo>
                <a:lnTo>
                  <a:pt x="1693529" y="234746"/>
                </a:lnTo>
                <a:lnTo>
                  <a:pt x="1695438" y="225582"/>
                </a:lnTo>
                <a:lnTo>
                  <a:pt x="1696074" y="215993"/>
                </a:lnTo>
                <a:lnTo>
                  <a:pt x="1696000" y="205815"/>
                </a:lnTo>
                <a:lnTo>
                  <a:pt x="1694440" y="197899"/>
                </a:lnTo>
                <a:lnTo>
                  <a:pt x="1691173" y="191114"/>
                </a:lnTo>
                <a:lnTo>
                  <a:pt x="1687907" y="184078"/>
                </a:lnTo>
                <a:lnTo>
                  <a:pt x="1683509" y="178046"/>
                </a:lnTo>
                <a:lnTo>
                  <a:pt x="1672452" y="167994"/>
                </a:lnTo>
                <a:lnTo>
                  <a:pt x="1666295" y="163848"/>
                </a:lnTo>
                <a:lnTo>
                  <a:pt x="1659509" y="160581"/>
                </a:lnTo>
                <a:lnTo>
                  <a:pt x="1652976" y="157063"/>
                </a:lnTo>
                <a:lnTo>
                  <a:pt x="1646316" y="154047"/>
                </a:lnTo>
                <a:lnTo>
                  <a:pt x="1625458" y="146257"/>
                </a:lnTo>
                <a:lnTo>
                  <a:pt x="1612893" y="141733"/>
                </a:lnTo>
                <a:lnTo>
                  <a:pt x="1607867" y="139220"/>
                </a:lnTo>
                <a:lnTo>
                  <a:pt x="1604098" y="136456"/>
                </a:lnTo>
                <a:lnTo>
                  <a:pt x="1600579" y="133692"/>
                </a:lnTo>
                <a:lnTo>
                  <a:pt x="1598820" y="130174"/>
                </a:lnTo>
                <a:lnTo>
                  <a:pt x="1598820" y="120875"/>
                </a:lnTo>
                <a:lnTo>
                  <a:pt x="1600579" y="117106"/>
                </a:lnTo>
                <a:lnTo>
                  <a:pt x="1604098" y="114593"/>
                </a:lnTo>
                <a:lnTo>
                  <a:pt x="1607867" y="111829"/>
                </a:lnTo>
                <a:lnTo>
                  <a:pt x="1613647" y="110446"/>
                </a:lnTo>
                <a:lnTo>
                  <a:pt x="1679403" y="110446"/>
                </a:lnTo>
                <a:lnTo>
                  <a:pt x="1695697" y="88583"/>
                </a:lnTo>
                <a:lnTo>
                  <a:pt x="1653455" y="65943"/>
                </a:lnTo>
                <a:lnTo>
                  <a:pt x="1631403" y="61608"/>
                </a:lnTo>
                <a:lnTo>
                  <a:pt x="1619176" y="61066"/>
                </a:lnTo>
                <a:close/>
              </a:path>
              <a:path w="1696084" h="286384">
                <a:moveTo>
                  <a:pt x="1679403" y="110446"/>
                </a:moveTo>
                <a:lnTo>
                  <a:pt x="1628474" y="110446"/>
                </a:lnTo>
                <a:lnTo>
                  <a:pt x="1635636" y="112080"/>
                </a:lnTo>
                <a:lnTo>
                  <a:pt x="1642924" y="115347"/>
                </a:lnTo>
                <a:lnTo>
                  <a:pt x="1648601" y="118009"/>
                </a:lnTo>
                <a:lnTo>
                  <a:pt x="1654326" y="121095"/>
                </a:lnTo>
                <a:lnTo>
                  <a:pt x="1660098" y="124606"/>
                </a:lnTo>
                <a:lnTo>
                  <a:pt x="1665918" y="128540"/>
                </a:lnTo>
                <a:lnTo>
                  <a:pt x="1679403" y="1104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26306" y="8374195"/>
            <a:ext cx="3828064" cy="44815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09783" y="8389650"/>
            <a:ext cx="3718821" cy="89387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20140" y="2586308"/>
            <a:ext cx="1958055" cy="73296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49447" y="3444921"/>
            <a:ext cx="1235564" cy="1109913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5417989" y="2670075"/>
            <a:ext cx="1911350" cy="1937385"/>
            <a:chOff x="15417989" y="2670075"/>
            <a:chExt cx="1911350" cy="1937385"/>
          </a:xfrm>
        </p:grpSpPr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58682" y="3361154"/>
              <a:ext cx="1246035" cy="124603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417989" y="2670075"/>
              <a:ext cx="1911325" cy="732961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423613" y="8073052"/>
            <a:ext cx="2073235" cy="147639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742364" y="9031013"/>
            <a:ext cx="2229456" cy="264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067" y="1811076"/>
            <a:ext cx="18460720" cy="73660"/>
          </a:xfrm>
          <a:custGeom>
            <a:avLst/>
            <a:gdLst/>
            <a:ahLst/>
            <a:cxnLst/>
            <a:rect l="l" t="t" r="r" b="b"/>
            <a:pathLst>
              <a:path w="18460720" h="73660">
                <a:moveTo>
                  <a:pt x="18460250" y="41910"/>
                </a:moveTo>
                <a:lnTo>
                  <a:pt x="18460212" y="21590"/>
                </a:lnTo>
                <a:lnTo>
                  <a:pt x="18460174" y="0"/>
                </a:lnTo>
                <a:lnTo>
                  <a:pt x="0" y="31419"/>
                </a:lnTo>
                <a:lnTo>
                  <a:pt x="38" y="53009"/>
                </a:lnTo>
                <a:lnTo>
                  <a:pt x="63" y="73329"/>
                </a:lnTo>
                <a:lnTo>
                  <a:pt x="18460250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265" y="1015885"/>
            <a:ext cx="6091630" cy="676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25346" y="3319270"/>
            <a:ext cx="9601801" cy="53296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06" y="3361154"/>
            <a:ext cx="9340029" cy="52877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067" y="1811076"/>
            <a:ext cx="18460720" cy="73660"/>
          </a:xfrm>
          <a:custGeom>
            <a:avLst/>
            <a:gdLst/>
            <a:ahLst/>
            <a:cxnLst/>
            <a:rect l="l" t="t" r="r" b="b"/>
            <a:pathLst>
              <a:path w="18460720" h="73660">
                <a:moveTo>
                  <a:pt x="18460250" y="41910"/>
                </a:moveTo>
                <a:lnTo>
                  <a:pt x="18460212" y="21590"/>
                </a:lnTo>
                <a:lnTo>
                  <a:pt x="18460174" y="0"/>
                </a:lnTo>
                <a:lnTo>
                  <a:pt x="0" y="31419"/>
                </a:lnTo>
                <a:lnTo>
                  <a:pt x="38" y="53009"/>
                </a:lnTo>
                <a:lnTo>
                  <a:pt x="63" y="73329"/>
                </a:lnTo>
                <a:lnTo>
                  <a:pt x="18460250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41624" y="10352296"/>
            <a:ext cx="706755" cy="400050"/>
          </a:xfrm>
          <a:custGeom>
            <a:avLst/>
            <a:gdLst/>
            <a:ahLst/>
            <a:cxnLst/>
            <a:rect l="l" t="t" r="r" b="b"/>
            <a:pathLst>
              <a:path w="706754" h="400050">
                <a:moveTo>
                  <a:pt x="61330" y="0"/>
                </a:moveTo>
                <a:lnTo>
                  <a:pt x="0" y="0"/>
                </a:lnTo>
                <a:lnTo>
                  <a:pt x="0" y="307065"/>
                </a:lnTo>
                <a:lnTo>
                  <a:pt x="61330" y="307065"/>
                </a:lnTo>
                <a:lnTo>
                  <a:pt x="61330" y="220871"/>
                </a:lnTo>
                <a:lnTo>
                  <a:pt x="101526" y="169072"/>
                </a:lnTo>
                <a:lnTo>
                  <a:pt x="166470" y="169072"/>
                </a:lnTo>
                <a:lnTo>
                  <a:pt x="145358" y="133434"/>
                </a:lnTo>
                <a:lnTo>
                  <a:pt x="61330" y="133434"/>
                </a:lnTo>
                <a:lnTo>
                  <a:pt x="61330" y="0"/>
                </a:lnTo>
                <a:close/>
              </a:path>
              <a:path w="706754" h="400050">
                <a:moveTo>
                  <a:pt x="166470" y="169072"/>
                </a:moveTo>
                <a:lnTo>
                  <a:pt x="101526" y="169072"/>
                </a:lnTo>
                <a:lnTo>
                  <a:pt x="181090" y="307065"/>
                </a:lnTo>
                <a:lnTo>
                  <a:pt x="248221" y="307065"/>
                </a:lnTo>
                <a:lnTo>
                  <a:pt x="166470" y="169072"/>
                </a:lnTo>
                <a:close/>
              </a:path>
              <a:path w="706754" h="400050">
                <a:moveTo>
                  <a:pt x="231646" y="0"/>
                </a:moveTo>
                <a:lnTo>
                  <a:pt x="164099" y="0"/>
                </a:lnTo>
                <a:lnTo>
                  <a:pt x="62573" y="133434"/>
                </a:lnTo>
                <a:lnTo>
                  <a:pt x="145358" y="133434"/>
                </a:lnTo>
                <a:lnTo>
                  <a:pt x="137993" y="121002"/>
                </a:lnTo>
                <a:lnTo>
                  <a:pt x="231646" y="0"/>
                </a:lnTo>
                <a:close/>
              </a:path>
              <a:path w="706754" h="400050">
                <a:moveTo>
                  <a:pt x="363863" y="69203"/>
                </a:moveTo>
                <a:lnTo>
                  <a:pt x="323667" y="77906"/>
                </a:lnTo>
                <a:lnTo>
                  <a:pt x="288858" y="102355"/>
                </a:lnTo>
                <a:lnTo>
                  <a:pt x="264409" y="140479"/>
                </a:lnTo>
                <a:lnTo>
                  <a:pt x="260653" y="151875"/>
                </a:lnTo>
                <a:lnTo>
                  <a:pt x="260601" y="152030"/>
                </a:lnTo>
                <a:lnTo>
                  <a:pt x="257882" y="164307"/>
                </a:lnTo>
                <a:lnTo>
                  <a:pt x="256250" y="177308"/>
                </a:lnTo>
                <a:lnTo>
                  <a:pt x="255706" y="191035"/>
                </a:lnTo>
                <a:lnTo>
                  <a:pt x="256613" y="208440"/>
                </a:lnTo>
                <a:lnTo>
                  <a:pt x="256665" y="209424"/>
                </a:lnTo>
                <a:lnTo>
                  <a:pt x="271039" y="256509"/>
                </a:lnTo>
                <a:lnTo>
                  <a:pt x="300487" y="290308"/>
                </a:lnTo>
                <a:lnTo>
                  <a:pt x="340553" y="309241"/>
                </a:lnTo>
                <a:lnTo>
                  <a:pt x="371322" y="312867"/>
                </a:lnTo>
                <a:lnTo>
                  <a:pt x="382070" y="312426"/>
                </a:lnTo>
                <a:lnTo>
                  <a:pt x="424313" y="302015"/>
                </a:lnTo>
                <a:lnTo>
                  <a:pt x="452129" y="287174"/>
                </a:lnTo>
                <a:lnTo>
                  <a:pt x="440157" y="265626"/>
                </a:lnTo>
                <a:lnTo>
                  <a:pt x="379610" y="265626"/>
                </a:lnTo>
                <a:lnTo>
                  <a:pt x="371141" y="265237"/>
                </a:lnTo>
                <a:lnTo>
                  <a:pt x="330815" y="245968"/>
                </a:lnTo>
                <a:lnTo>
                  <a:pt x="314965" y="208440"/>
                </a:lnTo>
                <a:lnTo>
                  <a:pt x="457930" y="208440"/>
                </a:lnTo>
                <a:lnTo>
                  <a:pt x="458759" y="205401"/>
                </a:lnTo>
                <a:lnTo>
                  <a:pt x="459450" y="201395"/>
                </a:lnTo>
                <a:lnTo>
                  <a:pt x="460002" y="196422"/>
                </a:lnTo>
                <a:lnTo>
                  <a:pt x="460555" y="191173"/>
                </a:lnTo>
                <a:lnTo>
                  <a:pt x="460831" y="185786"/>
                </a:lnTo>
                <a:lnTo>
                  <a:pt x="460831" y="180261"/>
                </a:lnTo>
                <a:lnTo>
                  <a:pt x="460259" y="167415"/>
                </a:lnTo>
                <a:lnTo>
                  <a:pt x="313721" y="167415"/>
                </a:lnTo>
                <a:lnTo>
                  <a:pt x="315275" y="159282"/>
                </a:lnTo>
                <a:lnTo>
                  <a:pt x="317405" y="152030"/>
                </a:lnTo>
                <a:lnTo>
                  <a:pt x="317451" y="151875"/>
                </a:lnTo>
                <a:lnTo>
                  <a:pt x="320248" y="145193"/>
                </a:lnTo>
                <a:lnTo>
                  <a:pt x="323667" y="139236"/>
                </a:lnTo>
                <a:lnTo>
                  <a:pt x="328640" y="131500"/>
                </a:lnTo>
                <a:lnTo>
                  <a:pt x="334717" y="125837"/>
                </a:lnTo>
                <a:lnTo>
                  <a:pt x="341900" y="122246"/>
                </a:lnTo>
                <a:lnTo>
                  <a:pt x="349083" y="118378"/>
                </a:lnTo>
                <a:lnTo>
                  <a:pt x="356680" y="116444"/>
                </a:lnTo>
                <a:lnTo>
                  <a:pt x="446277" y="116444"/>
                </a:lnTo>
                <a:lnTo>
                  <a:pt x="443582" y="111135"/>
                </a:lnTo>
                <a:lnTo>
                  <a:pt x="405898" y="77362"/>
                </a:lnTo>
                <a:lnTo>
                  <a:pt x="379170" y="70110"/>
                </a:lnTo>
                <a:lnTo>
                  <a:pt x="363863" y="69203"/>
                </a:lnTo>
                <a:close/>
              </a:path>
              <a:path w="706754" h="400050">
                <a:moveTo>
                  <a:pt x="431409" y="249879"/>
                </a:moveTo>
                <a:lnTo>
                  <a:pt x="393285" y="264693"/>
                </a:lnTo>
                <a:lnTo>
                  <a:pt x="379610" y="265626"/>
                </a:lnTo>
                <a:lnTo>
                  <a:pt x="440157" y="265626"/>
                </a:lnTo>
                <a:lnTo>
                  <a:pt x="431409" y="249879"/>
                </a:lnTo>
                <a:close/>
              </a:path>
              <a:path w="706754" h="400050">
                <a:moveTo>
                  <a:pt x="446277" y="116444"/>
                </a:moveTo>
                <a:lnTo>
                  <a:pt x="364692" y="116444"/>
                </a:lnTo>
                <a:lnTo>
                  <a:pt x="375311" y="117325"/>
                </a:lnTo>
                <a:lnTo>
                  <a:pt x="384376" y="119966"/>
                </a:lnTo>
                <a:lnTo>
                  <a:pt x="407944" y="156407"/>
                </a:lnTo>
                <a:lnTo>
                  <a:pt x="408618" y="167415"/>
                </a:lnTo>
                <a:lnTo>
                  <a:pt x="460259" y="167415"/>
                </a:lnTo>
                <a:lnTo>
                  <a:pt x="460132" y="164566"/>
                </a:lnTo>
                <a:lnTo>
                  <a:pt x="458034" y="149803"/>
                </a:lnTo>
                <a:lnTo>
                  <a:pt x="454537" y="135972"/>
                </a:lnTo>
                <a:lnTo>
                  <a:pt x="449642" y="123074"/>
                </a:lnTo>
                <a:lnTo>
                  <a:pt x="446277" y="116444"/>
                </a:lnTo>
                <a:close/>
              </a:path>
              <a:path w="706754" h="400050">
                <a:moveTo>
                  <a:pt x="506534" y="348919"/>
                </a:moveTo>
                <a:lnTo>
                  <a:pt x="495346" y="395331"/>
                </a:lnTo>
                <a:lnTo>
                  <a:pt x="499766" y="396712"/>
                </a:lnTo>
                <a:lnTo>
                  <a:pt x="504462" y="397817"/>
                </a:lnTo>
                <a:lnTo>
                  <a:pt x="514408" y="399475"/>
                </a:lnTo>
                <a:lnTo>
                  <a:pt x="520347" y="399889"/>
                </a:lnTo>
                <a:lnTo>
                  <a:pt x="527254" y="399889"/>
                </a:lnTo>
                <a:lnTo>
                  <a:pt x="570765" y="389944"/>
                </a:lnTo>
                <a:lnTo>
                  <a:pt x="601430" y="360522"/>
                </a:lnTo>
                <a:lnTo>
                  <a:pt x="606836" y="351820"/>
                </a:lnTo>
                <a:lnTo>
                  <a:pt x="519933" y="351820"/>
                </a:lnTo>
                <a:lnTo>
                  <a:pt x="517032" y="351405"/>
                </a:lnTo>
                <a:lnTo>
                  <a:pt x="513993" y="350577"/>
                </a:lnTo>
                <a:lnTo>
                  <a:pt x="511231" y="350024"/>
                </a:lnTo>
                <a:lnTo>
                  <a:pt x="508744" y="349471"/>
                </a:lnTo>
                <a:lnTo>
                  <a:pt x="506534" y="348919"/>
                </a:lnTo>
                <a:close/>
              </a:path>
              <a:path w="706754" h="400050">
                <a:moveTo>
                  <a:pt x="541343" y="75005"/>
                </a:moveTo>
                <a:lnTo>
                  <a:pt x="480013" y="75005"/>
                </a:lnTo>
                <a:lnTo>
                  <a:pt x="570351" y="302507"/>
                </a:lnTo>
                <a:lnTo>
                  <a:pt x="566207" y="316596"/>
                </a:lnTo>
                <a:lnTo>
                  <a:pt x="538650" y="349333"/>
                </a:lnTo>
                <a:lnTo>
                  <a:pt x="522696" y="351820"/>
                </a:lnTo>
                <a:lnTo>
                  <a:pt x="606836" y="351820"/>
                </a:lnTo>
                <a:lnTo>
                  <a:pt x="624222" y="314110"/>
                </a:lnTo>
                <a:lnTo>
                  <a:pt x="646946" y="248221"/>
                </a:lnTo>
                <a:lnTo>
                  <a:pt x="597701" y="248221"/>
                </a:lnTo>
                <a:lnTo>
                  <a:pt x="595248" y="239959"/>
                </a:lnTo>
                <a:lnTo>
                  <a:pt x="592862" y="231749"/>
                </a:lnTo>
                <a:lnTo>
                  <a:pt x="590541" y="223591"/>
                </a:lnTo>
                <a:lnTo>
                  <a:pt x="588285" y="215484"/>
                </a:lnTo>
                <a:lnTo>
                  <a:pt x="585949" y="207222"/>
                </a:lnTo>
                <a:lnTo>
                  <a:pt x="583497" y="199012"/>
                </a:lnTo>
                <a:lnTo>
                  <a:pt x="580923" y="190854"/>
                </a:lnTo>
                <a:lnTo>
                  <a:pt x="578224" y="182747"/>
                </a:lnTo>
                <a:lnTo>
                  <a:pt x="541343" y="75005"/>
                </a:lnTo>
                <a:close/>
              </a:path>
              <a:path w="706754" h="400050">
                <a:moveTo>
                  <a:pt x="706686" y="75005"/>
                </a:moveTo>
                <a:lnTo>
                  <a:pt x="648257" y="75005"/>
                </a:lnTo>
                <a:lnTo>
                  <a:pt x="616349" y="182747"/>
                </a:lnTo>
                <a:lnTo>
                  <a:pt x="614298" y="190672"/>
                </a:lnTo>
                <a:lnTo>
                  <a:pt x="612183" y="198701"/>
                </a:lnTo>
                <a:lnTo>
                  <a:pt x="610004" y="206834"/>
                </a:lnTo>
                <a:lnTo>
                  <a:pt x="607759" y="215070"/>
                </a:lnTo>
                <a:lnTo>
                  <a:pt x="605659" y="223358"/>
                </a:lnTo>
                <a:lnTo>
                  <a:pt x="603606" y="231749"/>
                </a:lnTo>
                <a:lnTo>
                  <a:pt x="601663" y="239959"/>
                </a:lnTo>
                <a:lnTo>
                  <a:pt x="599773" y="248221"/>
                </a:lnTo>
                <a:lnTo>
                  <a:pt x="646946" y="248221"/>
                </a:lnTo>
                <a:lnTo>
                  <a:pt x="706686" y="75005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7097" y="10323288"/>
            <a:ext cx="10846937" cy="428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43311" y="2251240"/>
            <a:ext cx="10376647" cy="78112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9265" y="1015885"/>
            <a:ext cx="6091630" cy="67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067" y="1811076"/>
            <a:ext cx="18460720" cy="73660"/>
          </a:xfrm>
          <a:custGeom>
            <a:avLst/>
            <a:gdLst/>
            <a:ahLst/>
            <a:cxnLst/>
            <a:rect l="l" t="t" r="r" b="b"/>
            <a:pathLst>
              <a:path w="18460720" h="73660">
                <a:moveTo>
                  <a:pt x="18460250" y="41910"/>
                </a:moveTo>
                <a:lnTo>
                  <a:pt x="18460212" y="21590"/>
                </a:lnTo>
                <a:lnTo>
                  <a:pt x="18460174" y="0"/>
                </a:lnTo>
                <a:lnTo>
                  <a:pt x="0" y="31419"/>
                </a:lnTo>
                <a:lnTo>
                  <a:pt x="38" y="53009"/>
                </a:lnTo>
                <a:lnTo>
                  <a:pt x="63" y="73329"/>
                </a:lnTo>
                <a:lnTo>
                  <a:pt x="18460250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9509" y="1019236"/>
            <a:ext cx="4495877" cy="65338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667378" y="1055046"/>
            <a:ext cx="1732280" cy="482600"/>
          </a:xfrm>
          <a:custGeom>
            <a:avLst/>
            <a:gdLst/>
            <a:ahLst/>
            <a:cxnLst/>
            <a:rect l="l" t="t" r="r" b="b"/>
            <a:pathLst>
              <a:path w="1732279" h="482600">
                <a:moveTo>
                  <a:pt x="223658" y="86070"/>
                </a:moveTo>
                <a:lnTo>
                  <a:pt x="130676" y="86070"/>
                </a:lnTo>
                <a:lnTo>
                  <a:pt x="130676" y="473702"/>
                </a:lnTo>
                <a:lnTo>
                  <a:pt x="223658" y="473702"/>
                </a:lnTo>
                <a:lnTo>
                  <a:pt x="223658" y="86070"/>
                </a:lnTo>
                <a:close/>
              </a:path>
              <a:path w="1732279" h="482600">
                <a:moveTo>
                  <a:pt x="354963" y="8167"/>
                </a:moveTo>
                <a:lnTo>
                  <a:pt x="0" y="8167"/>
                </a:lnTo>
                <a:lnTo>
                  <a:pt x="0" y="86070"/>
                </a:lnTo>
                <a:lnTo>
                  <a:pt x="354963" y="86070"/>
                </a:lnTo>
                <a:lnTo>
                  <a:pt x="354963" y="8167"/>
                </a:lnTo>
                <a:close/>
              </a:path>
              <a:path w="1732279" h="482600">
                <a:moveTo>
                  <a:pt x="592987" y="0"/>
                </a:moveTo>
                <a:lnTo>
                  <a:pt x="562442" y="1806"/>
                </a:lnTo>
                <a:lnTo>
                  <a:pt x="562898" y="1806"/>
                </a:lnTo>
                <a:lnTo>
                  <a:pt x="535031" y="7067"/>
                </a:lnTo>
                <a:lnTo>
                  <a:pt x="484299" y="28271"/>
                </a:lnTo>
                <a:lnTo>
                  <a:pt x="442835" y="62825"/>
                </a:lnTo>
                <a:lnTo>
                  <a:pt x="425993" y="84657"/>
                </a:lnTo>
                <a:lnTo>
                  <a:pt x="425872" y="84814"/>
                </a:lnTo>
                <a:lnTo>
                  <a:pt x="399878" y="138019"/>
                </a:lnTo>
                <a:lnTo>
                  <a:pt x="386683" y="202454"/>
                </a:lnTo>
                <a:lnTo>
                  <a:pt x="385035" y="238736"/>
                </a:lnTo>
                <a:lnTo>
                  <a:pt x="386684" y="275410"/>
                </a:lnTo>
                <a:lnTo>
                  <a:pt x="399878" y="340748"/>
                </a:lnTo>
                <a:lnTo>
                  <a:pt x="425872" y="395171"/>
                </a:lnTo>
                <a:lnTo>
                  <a:pt x="462311" y="437264"/>
                </a:lnTo>
                <a:lnTo>
                  <a:pt x="508762" y="466242"/>
                </a:lnTo>
                <a:lnTo>
                  <a:pt x="563106" y="480692"/>
                </a:lnTo>
                <a:lnTo>
                  <a:pt x="592987" y="482498"/>
                </a:lnTo>
                <a:lnTo>
                  <a:pt x="623104" y="480692"/>
                </a:lnTo>
                <a:lnTo>
                  <a:pt x="677448" y="466242"/>
                </a:lnTo>
                <a:lnTo>
                  <a:pt x="723664" y="437264"/>
                </a:lnTo>
                <a:lnTo>
                  <a:pt x="754919" y="402082"/>
                </a:lnTo>
                <a:lnTo>
                  <a:pt x="592987" y="402082"/>
                </a:lnTo>
                <a:lnTo>
                  <a:pt x="576260" y="400825"/>
                </a:lnTo>
                <a:lnTo>
                  <a:pt x="532675" y="381977"/>
                </a:lnTo>
                <a:lnTo>
                  <a:pt x="501341" y="342633"/>
                </a:lnTo>
                <a:lnTo>
                  <a:pt x="487951" y="306116"/>
                </a:lnTo>
                <a:lnTo>
                  <a:pt x="481355" y="262766"/>
                </a:lnTo>
                <a:lnTo>
                  <a:pt x="480530" y="238736"/>
                </a:lnTo>
                <a:lnTo>
                  <a:pt x="481355" y="214823"/>
                </a:lnTo>
                <a:lnTo>
                  <a:pt x="487951" y="172416"/>
                </a:lnTo>
                <a:lnTo>
                  <a:pt x="510372" y="122352"/>
                </a:lnTo>
                <a:lnTo>
                  <a:pt x="546104" y="90743"/>
                </a:lnTo>
                <a:lnTo>
                  <a:pt x="592987" y="79788"/>
                </a:lnTo>
                <a:lnTo>
                  <a:pt x="755741" y="79788"/>
                </a:lnTo>
                <a:lnTo>
                  <a:pt x="743140" y="63453"/>
                </a:lnTo>
                <a:lnTo>
                  <a:pt x="701675" y="28899"/>
                </a:lnTo>
                <a:lnTo>
                  <a:pt x="651257" y="7224"/>
                </a:lnTo>
                <a:lnTo>
                  <a:pt x="623104" y="1806"/>
                </a:lnTo>
                <a:lnTo>
                  <a:pt x="592987" y="0"/>
                </a:lnTo>
                <a:close/>
              </a:path>
              <a:path w="1732279" h="482600">
                <a:moveTo>
                  <a:pt x="755741" y="79788"/>
                </a:moveTo>
                <a:lnTo>
                  <a:pt x="592987" y="79788"/>
                </a:lnTo>
                <a:lnTo>
                  <a:pt x="609675" y="81005"/>
                </a:lnTo>
                <a:lnTo>
                  <a:pt x="625185" y="84657"/>
                </a:lnTo>
                <a:lnTo>
                  <a:pt x="664804" y="109747"/>
                </a:lnTo>
                <a:lnTo>
                  <a:pt x="692251" y="153922"/>
                </a:lnTo>
                <a:lnTo>
                  <a:pt x="702618" y="192716"/>
                </a:lnTo>
                <a:lnTo>
                  <a:pt x="706073" y="238736"/>
                </a:lnTo>
                <a:lnTo>
                  <a:pt x="705209" y="262766"/>
                </a:lnTo>
                <a:lnTo>
                  <a:pt x="698298" y="306116"/>
                </a:lnTo>
                <a:lnTo>
                  <a:pt x="684594" y="342633"/>
                </a:lnTo>
                <a:lnTo>
                  <a:pt x="652671" y="381977"/>
                </a:lnTo>
                <a:lnTo>
                  <a:pt x="609675" y="400825"/>
                </a:lnTo>
                <a:lnTo>
                  <a:pt x="592987" y="402082"/>
                </a:lnTo>
                <a:lnTo>
                  <a:pt x="754919" y="402082"/>
                </a:lnTo>
                <a:lnTo>
                  <a:pt x="774552" y="369412"/>
                </a:lnTo>
                <a:lnTo>
                  <a:pt x="794342" y="309414"/>
                </a:lnTo>
                <a:lnTo>
                  <a:pt x="800939" y="238736"/>
                </a:lnTo>
                <a:lnTo>
                  <a:pt x="799290" y="202454"/>
                </a:lnTo>
                <a:lnTo>
                  <a:pt x="794342" y="169000"/>
                </a:lnTo>
                <a:lnTo>
                  <a:pt x="786096" y="138372"/>
                </a:lnTo>
                <a:lnTo>
                  <a:pt x="774552" y="110572"/>
                </a:lnTo>
                <a:lnTo>
                  <a:pt x="760103" y="85442"/>
                </a:lnTo>
                <a:lnTo>
                  <a:pt x="755741" y="79788"/>
                </a:lnTo>
                <a:close/>
              </a:path>
              <a:path w="1732279" h="482600">
                <a:moveTo>
                  <a:pt x="1044406" y="8167"/>
                </a:moveTo>
                <a:lnTo>
                  <a:pt x="891741" y="8167"/>
                </a:lnTo>
                <a:lnTo>
                  <a:pt x="891741" y="473702"/>
                </a:lnTo>
                <a:lnTo>
                  <a:pt x="984723" y="473702"/>
                </a:lnTo>
                <a:lnTo>
                  <a:pt x="984723" y="308472"/>
                </a:lnTo>
                <a:lnTo>
                  <a:pt x="1046920" y="308472"/>
                </a:lnTo>
                <a:lnTo>
                  <a:pt x="1094667" y="304388"/>
                </a:lnTo>
                <a:lnTo>
                  <a:pt x="1137388" y="292137"/>
                </a:lnTo>
                <a:lnTo>
                  <a:pt x="1173984" y="271405"/>
                </a:lnTo>
                <a:lnTo>
                  <a:pt x="1202098" y="241877"/>
                </a:lnTo>
                <a:lnTo>
                  <a:pt x="1206121" y="234966"/>
                </a:lnTo>
                <a:lnTo>
                  <a:pt x="984723" y="234966"/>
                </a:lnTo>
                <a:lnTo>
                  <a:pt x="984723" y="82301"/>
                </a:lnTo>
                <a:lnTo>
                  <a:pt x="1211104" y="82301"/>
                </a:lnTo>
                <a:lnTo>
                  <a:pt x="1202098" y="67851"/>
                </a:lnTo>
                <a:lnTo>
                  <a:pt x="1173827" y="40365"/>
                </a:lnTo>
                <a:lnTo>
                  <a:pt x="1136760" y="21988"/>
                </a:lnTo>
                <a:lnTo>
                  <a:pt x="1093253" y="11622"/>
                </a:lnTo>
                <a:lnTo>
                  <a:pt x="1069497" y="9031"/>
                </a:lnTo>
                <a:lnTo>
                  <a:pt x="1044406" y="8167"/>
                </a:lnTo>
                <a:close/>
              </a:path>
              <a:path w="1732279" h="482600">
                <a:moveTo>
                  <a:pt x="1211104" y="82301"/>
                </a:moveTo>
                <a:lnTo>
                  <a:pt x="1037496" y="82301"/>
                </a:lnTo>
                <a:lnTo>
                  <a:pt x="1060192" y="83322"/>
                </a:lnTo>
                <a:lnTo>
                  <a:pt x="1079903" y="86384"/>
                </a:lnTo>
                <a:lnTo>
                  <a:pt x="1121368" y="108020"/>
                </a:lnTo>
                <a:lnTo>
                  <a:pt x="1135503" y="154550"/>
                </a:lnTo>
                <a:lnTo>
                  <a:pt x="1134011" y="173397"/>
                </a:lnTo>
                <a:lnTo>
                  <a:pt x="1111630" y="214862"/>
                </a:lnTo>
                <a:lnTo>
                  <a:pt x="1062979" y="233710"/>
                </a:lnTo>
                <a:lnTo>
                  <a:pt x="1040637" y="234966"/>
                </a:lnTo>
                <a:lnTo>
                  <a:pt x="1206121" y="234966"/>
                </a:lnTo>
                <a:lnTo>
                  <a:pt x="1212703" y="223658"/>
                </a:lnTo>
                <a:lnTo>
                  <a:pt x="1212818" y="223461"/>
                </a:lnTo>
                <a:lnTo>
                  <a:pt x="1220474" y="202768"/>
                </a:lnTo>
                <a:lnTo>
                  <a:pt x="1225069" y="179798"/>
                </a:lnTo>
                <a:lnTo>
                  <a:pt x="1226600" y="154550"/>
                </a:lnTo>
                <a:lnTo>
                  <a:pt x="1225069" y="128399"/>
                </a:lnTo>
                <a:lnTo>
                  <a:pt x="1220474" y="105232"/>
                </a:lnTo>
                <a:lnTo>
                  <a:pt x="1212818" y="85049"/>
                </a:lnTo>
                <a:lnTo>
                  <a:pt x="1211104" y="82301"/>
                </a:lnTo>
                <a:close/>
              </a:path>
              <a:path w="1732279" h="482600">
                <a:moveTo>
                  <a:pt x="1455005" y="359989"/>
                </a:moveTo>
                <a:lnTo>
                  <a:pt x="1412283" y="419044"/>
                </a:lnTo>
                <a:lnTo>
                  <a:pt x="1421393" y="427369"/>
                </a:lnTo>
                <a:lnTo>
                  <a:pt x="1431131" y="435379"/>
                </a:lnTo>
                <a:lnTo>
                  <a:pt x="1464193" y="457329"/>
                </a:lnTo>
                <a:lnTo>
                  <a:pt x="1504008" y="473702"/>
                </a:lnTo>
                <a:lnTo>
                  <a:pt x="1551952" y="481948"/>
                </a:lnTo>
                <a:lnTo>
                  <a:pt x="1569975" y="482498"/>
                </a:lnTo>
                <a:lnTo>
                  <a:pt x="1590943" y="481359"/>
                </a:lnTo>
                <a:lnTo>
                  <a:pt x="1630523" y="472250"/>
                </a:lnTo>
                <a:lnTo>
                  <a:pt x="1666765" y="453834"/>
                </a:lnTo>
                <a:lnTo>
                  <a:pt x="1696607" y="426819"/>
                </a:lnTo>
                <a:lnTo>
                  <a:pt x="1710546" y="407108"/>
                </a:lnTo>
                <a:lnTo>
                  <a:pt x="1557409" y="407108"/>
                </a:lnTo>
                <a:lnTo>
                  <a:pt x="1546886" y="406715"/>
                </a:lnTo>
                <a:lnTo>
                  <a:pt x="1508249" y="397409"/>
                </a:lnTo>
                <a:lnTo>
                  <a:pt x="1468669" y="372554"/>
                </a:lnTo>
                <a:lnTo>
                  <a:pt x="1461719" y="366428"/>
                </a:lnTo>
                <a:lnTo>
                  <a:pt x="1455005" y="359989"/>
                </a:lnTo>
                <a:close/>
              </a:path>
              <a:path w="1732279" h="482600">
                <a:moveTo>
                  <a:pt x="1714504" y="249416"/>
                </a:moveTo>
                <a:lnTo>
                  <a:pt x="1561179" y="249416"/>
                </a:lnTo>
                <a:lnTo>
                  <a:pt x="1579427" y="250830"/>
                </a:lnTo>
                <a:lnTo>
                  <a:pt x="1578361" y="250830"/>
                </a:lnTo>
                <a:lnTo>
                  <a:pt x="1617722" y="270148"/>
                </a:lnTo>
                <a:lnTo>
                  <a:pt x="1638337" y="310199"/>
                </a:lnTo>
                <a:lnTo>
                  <a:pt x="1639711" y="327948"/>
                </a:lnTo>
                <a:lnTo>
                  <a:pt x="1639044" y="340042"/>
                </a:lnTo>
                <a:lnTo>
                  <a:pt x="1623180" y="378954"/>
                </a:lnTo>
                <a:lnTo>
                  <a:pt x="1590040" y="401807"/>
                </a:lnTo>
                <a:lnTo>
                  <a:pt x="1557409" y="407108"/>
                </a:lnTo>
                <a:lnTo>
                  <a:pt x="1710546" y="407108"/>
                </a:lnTo>
                <a:lnTo>
                  <a:pt x="1718988" y="391755"/>
                </a:lnTo>
                <a:lnTo>
                  <a:pt x="1726253" y="371454"/>
                </a:lnTo>
                <a:lnTo>
                  <a:pt x="1730611" y="349348"/>
                </a:lnTo>
                <a:lnTo>
                  <a:pt x="1732064" y="325435"/>
                </a:lnTo>
                <a:lnTo>
                  <a:pt x="1730847" y="302307"/>
                </a:lnTo>
                <a:lnTo>
                  <a:pt x="1727195" y="281300"/>
                </a:lnTo>
                <a:lnTo>
                  <a:pt x="1721172" y="262609"/>
                </a:lnTo>
                <a:lnTo>
                  <a:pt x="1721109" y="262413"/>
                </a:lnTo>
                <a:lnTo>
                  <a:pt x="1714504" y="249416"/>
                </a:lnTo>
                <a:close/>
              </a:path>
              <a:path w="1732279" h="482600">
                <a:moveTo>
                  <a:pt x="1710703" y="20732"/>
                </a:moveTo>
                <a:lnTo>
                  <a:pt x="1461915" y="20732"/>
                </a:lnTo>
                <a:lnTo>
                  <a:pt x="1449385" y="245647"/>
                </a:lnTo>
                <a:lnTo>
                  <a:pt x="1449350" y="246275"/>
                </a:lnTo>
                <a:lnTo>
                  <a:pt x="1491443" y="273918"/>
                </a:lnTo>
                <a:lnTo>
                  <a:pt x="1501417" y="267792"/>
                </a:lnTo>
                <a:lnTo>
                  <a:pt x="1510605" y="262609"/>
                </a:lnTo>
                <a:lnTo>
                  <a:pt x="1551481" y="249769"/>
                </a:lnTo>
                <a:lnTo>
                  <a:pt x="1561179" y="249416"/>
                </a:lnTo>
                <a:lnTo>
                  <a:pt x="1714504" y="249416"/>
                </a:lnTo>
                <a:lnTo>
                  <a:pt x="1712588" y="245647"/>
                </a:lnTo>
                <a:lnTo>
                  <a:pt x="1675953" y="207716"/>
                </a:lnTo>
                <a:lnTo>
                  <a:pt x="1654071" y="196643"/>
                </a:lnTo>
                <a:lnTo>
                  <a:pt x="1532908" y="196643"/>
                </a:lnTo>
                <a:lnTo>
                  <a:pt x="1541703" y="98007"/>
                </a:lnTo>
                <a:lnTo>
                  <a:pt x="1710703" y="98007"/>
                </a:lnTo>
                <a:lnTo>
                  <a:pt x="1710703" y="20732"/>
                </a:lnTo>
                <a:close/>
              </a:path>
              <a:path w="1732279" h="482600">
                <a:moveTo>
                  <a:pt x="1588822" y="184078"/>
                </a:moveTo>
                <a:lnTo>
                  <a:pt x="1546572" y="191146"/>
                </a:lnTo>
                <a:lnTo>
                  <a:pt x="1532908" y="196643"/>
                </a:lnTo>
                <a:lnTo>
                  <a:pt x="1654071" y="196643"/>
                </a:lnTo>
                <a:lnTo>
                  <a:pt x="1643716" y="192559"/>
                </a:lnTo>
                <a:lnTo>
                  <a:pt x="1626203" y="187847"/>
                </a:lnTo>
                <a:lnTo>
                  <a:pt x="1607906" y="185020"/>
                </a:lnTo>
                <a:lnTo>
                  <a:pt x="1588822" y="184078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11959" y="2073235"/>
            <a:ext cx="15203725" cy="91306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067" y="1811076"/>
            <a:ext cx="18460720" cy="73660"/>
          </a:xfrm>
          <a:custGeom>
            <a:avLst/>
            <a:gdLst/>
            <a:ahLst/>
            <a:cxnLst/>
            <a:rect l="l" t="t" r="r" b="b"/>
            <a:pathLst>
              <a:path w="18460720" h="73660">
                <a:moveTo>
                  <a:pt x="18460250" y="41910"/>
                </a:moveTo>
                <a:lnTo>
                  <a:pt x="18460212" y="21590"/>
                </a:lnTo>
                <a:lnTo>
                  <a:pt x="18460174" y="0"/>
                </a:lnTo>
                <a:lnTo>
                  <a:pt x="0" y="31419"/>
                </a:lnTo>
                <a:lnTo>
                  <a:pt x="38" y="53009"/>
                </a:lnTo>
                <a:lnTo>
                  <a:pt x="63" y="73329"/>
                </a:lnTo>
                <a:lnTo>
                  <a:pt x="18460250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301" y="1032847"/>
            <a:ext cx="4410955" cy="62008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629011" y="1073684"/>
            <a:ext cx="376555" cy="466090"/>
          </a:xfrm>
          <a:custGeom>
            <a:avLst/>
            <a:gdLst/>
            <a:ahLst/>
            <a:cxnLst/>
            <a:rect l="l" t="t" r="r" b="b"/>
            <a:pathLst>
              <a:path w="376554" h="466090">
                <a:moveTo>
                  <a:pt x="351193" y="0"/>
                </a:moveTo>
                <a:lnTo>
                  <a:pt x="248788" y="0"/>
                </a:lnTo>
                <a:lnTo>
                  <a:pt x="94866" y="202297"/>
                </a:lnTo>
                <a:lnTo>
                  <a:pt x="92981" y="202297"/>
                </a:lnTo>
                <a:lnTo>
                  <a:pt x="92981" y="0"/>
                </a:lnTo>
                <a:lnTo>
                  <a:pt x="0" y="0"/>
                </a:lnTo>
                <a:lnTo>
                  <a:pt x="0" y="465535"/>
                </a:lnTo>
                <a:lnTo>
                  <a:pt x="92981" y="465535"/>
                </a:lnTo>
                <a:lnTo>
                  <a:pt x="92981" y="334858"/>
                </a:lnTo>
                <a:lnTo>
                  <a:pt x="153922" y="256327"/>
                </a:lnTo>
                <a:lnTo>
                  <a:pt x="274546" y="465535"/>
                </a:lnTo>
                <a:lnTo>
                  <a:pt x="376323" y="465535"/>
                </a:lnTo>
                <a:lnTo>
                  <a:pt x="209208" y="183449"/>
                </a:lnTo>
                <a:lnTo>
                  <a:pt x="351193" y="0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3321" y="2774784"/>
            <a:ext cx="18146044" cy="67223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97069" y="10057201"/>
            <a:ext cx="2328575" cy="346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067" y="1811076"/>
            <a:ext cx="18460720" cy="73660"/>
          </a:xfrm>
          <a:custGeom>
            <a:avLst/>
            <a:gdLst/>
            <a:ahLst/>
            <a:cxnLst/>
            <a:rect l="l" t="t" r="r" b="b"/>
            <a:pathLst>
              <a:path w="18460720" h="73660">
                <a:moveTo>
                  <a:pt x="18460250" y="41910"/>
                </a:moveTo>
                <a:lnTo>
                  <a:pt x="18460212" y="21590"/>
                </a:lnTo>
                <a:lnTo>
                  <a:pt x="18460174" y="0"/>
                </a:lnTo>
                <a:lnTo>
                  <a:pt x="0" y="31419"/>
                </a:lnTo>
                <a:lnTo>
                  <a:pt x="38" y="53009"/>
                </a:lnTo>
                <a:lnTo>
                  <a:pt x="63" y="73329"/>
                </a:lnTo>
                <a:lnTo>
                  <a:pt x="18460250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3512" y="1029706"/>
            <a:ext cx="9781714" cy="6621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8030" y="2450187"/>
            <a:ext cx="7905518" cy="8114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75097" y="2345478"/>
            <a:ext cx="9057316" cy="14449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75097" y="4062703"/>
            <a:ext cx="9057315" cy="14449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75097" y="5748516"/>
            <a:ext cx="9057315" cy="14449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16981" y="7434328"/>
            <a:ext cx="9057315" cy="144498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769336" y="9120140"/>
            <a:ext cx="9057315" cy="14449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067" y="1811076"/>
            <a:ext cx="18460720" cy="73660"/>
          </a:xfrm>
          <a:custGeom>
            <a:avLst/>
            <a:gdLst/>
            <a:ahLst/>
            <a:cxnLst/>
            <a:rect l="l" t="t" r="r" b="b"/>
            <a:pathLst>
              <a:path w="18460720" h="73660">
                <a:moveTo>
                  <a:pt x="18460250" y="41910"/>
                </a:moveTo>
                <a:lnTo>
                  <a:pt x="18460212" y="21590"/>
                </a:lnTo>
                <a:lnTo>
                  <a:pt x="18460174" y="0"/>
                </a:lnTo>
                <a:lnTo>
                  <a:pt x="0" y="31419"/>
                </a:lnTo>
                <a:lnTo>
                  <a:pt x="38" y="53009"/>
                </a:lnTo>
                <a:lnTo>
                  <a:pt x="63" y="73329"/>
                </a:lnTo>
                <a:lnTo>
                  <a:pt x="18460250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8740" y="1005414"/>
            <a:ext cx="12360771" cy="6760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37670" y="3717164"/>
            <a:ext cx="5748655" cy="5916295"/>
            <a:chOff x="837670" y="3717164"/>
            <a:chExt cx="5748655" cy="591629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7670" y="3717164"/>
              <a:ext cx="5748516" cy="59160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9964" y="4209295"/>
              <a:ext cx="1528749" cy="13926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13560" y="7576229"/>
              <a:ext cx="4764405" cy="1408430"/>
            </a:xfrm>
            <a:custGeom>
              <a:avLst/>
              <a:gdLst/>
              <a:ahLst/>
              <a:cxnLst/>
              <a:rect l="l" t="t" r="r" b="b"/>
              <a:pathLst>
                <a:path w="4764405" h="1408429">
                  <a:moveTo>
                    <a:pt x="4764252" y="1403096"/>
                  </a:moveTo>
                  <a:lnTo>
                    <a:pt x="0" y="1403096"/>
                  </a:lnTo>
                  <a:lnTo>
                    <a:pt x="0" y="1405636"/>
                  </a:lnTo>
                  <a:lnTo>
                    <a:pt x="0" y="1408176"/>
                  </a:lnTo>
                  <a:lnTo>
                    <a:pt x="4764252" y="1408176"/>
                  </a:lnTo>
                  <a:lnTo>
                    <a:pt x="4764252" y="1405636"/>
                  </a:lnTo>
                  <a:lnTo>
                    <a:pt x="4764252" y="1403096"/>
                  </a:lnTo>
                  <a:close/>
                </a:path>
                <a:path w="4764405" h="1408429">
                  <a:moveTo>
                    <a:pt x="4764252" y="701548"/>
                  </a:moveTo>
                  <a:lnTo>
                    <a:pt x="0" y="701548"/>
                  </a:lnTo>
                  <a:lnTo>
                    <a:pt x="0" y="704088"/>
                  </a:lnTo>
                  <a:lnTo>
                    <a:pt x="0" y="706628"/>
                  </a:lnTo>
                  <a:lnTo>
                    <a:pt x="4764252" y="706628"/>
                  </a:lnTo>
                  <a:lnTo>
                    <a:pt x="4764252" y="704088"/>
                  </a:lnTo>
                  <a:lnTo>
                    <a:pt x="4764252" y="701548"/>
                  </a:lnTo>
                  <a:close/>
                </a:path>
                <a:path w="4764405" h="1408429">
                  <a:moveTo>
                    <a:pt x="4764252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0" y="5080"/>
                  </a:lnTo>
                  <a:lnTo>
                    <a:pt x="4764252" y="5080"/>
                  </a:lnTo>
                  <a:lnTo>
                    <a:pt x="4764252" y="2540"/>
                  </a:lnTo>
                  <a:lnTo>
                    <a:pt x="47642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6678" y="7237391"/>
              <a:ext cx="4683172" cy="2538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7976" y="7940648"/>
              <a:ext cx="4697826" cy="2625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7976" y="8655505"/>
              <a:ext cx="4682419" cy="24929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7172555" y="3717164"/>
            <a:ext cx="5748655" cy="5916295"/>
            <a:chOff x="7172555" y="3717164"/>
            <a:chExt cx="5748655" cy="5916295"/>
          </a:xfrm>
        </p:grpSpPr>
        <p:sp>
          <p:nvSpPr>
            <p:cNvPr id="12" name="object 12"/>
            <p:cNvSpPr/>
            <p:nvPr/>
          </p:nvSpPr>
          <p:spPr>
            <a:xfrm>
              <a:off x="7172556" y="3717164"/>
              <a:ext cx="5748655" cy="5916295"/>
            </a:xfrm>
            <a:custGeom>
              <a:avLst/>
              <a:gdLst/>
              <a:ahLst/>
              <a:cxnLst/>
              <a:rect l="l" t="t" r="r" b="b"/>
              <a:pathLst>
                <a:path w="5748655" h="5916295">
                  <a:moveTo>
                    <a:pt x="5591452" y="0"/>
                  </a:moveTo>
                  <a:lnTo>
                    <a:pt x="157063" y="0"/>
                  </a:lnTo>
                  <a:lnTo>
                    <a:pt x="107419" y="8007"/>
                  </a:lnTo>
                  <a:lnTo>
                    <a:pt x="64303" y="30304"/>
                  </a:lnTo>
                  <a:lnTo>
                    <a:pt x="30304" y="64303"/>
                  </a:lnTo>
                  <a:lnTo>
                    <a:pt x="8007" y="107419"/>
                  </a:lnTo>
                  <a:lnTo>
                    <a:pt x="0" y="157063"/>
                  </a:lnTo>
                  <a:lnTo>
                    <a:pt x="0" y="5758986"/>
                  </a:lnTo>
                  <a:lnTo>
                    <a:pt x="8007" y="5808630"/>
                  </a:lnTo>
                  <a:lnTo>
                    <a:pt x="30304" y="5851746"/>
                  </a:lnTo>
                  <a:lnTo>
                    <a:pt x="64303" y="5885746"/>
                  </a:lnTo>
                  <a:lnTo>
                    <a:pt x="107419" y="5908043"/>
                  </a:lnTo>
                  <a:lnTo>
                    <a:pt x="157063" y="5916050"/>
                  </a:lnTo>
                  <a:lnTo>
                    <a:pt x="5591452" y="5916050"/>
                  </a:lnTo>
                  <a:lnTo>
                    <a:pt x="5641096" y="5908043"/>
                  </a:lnTo>
                  <a:lnTo>
                    <a:pt x="5684212" y="5885746"/>
                  </a:lnTo>
                  <a:lnTo>
                    <a:pt x="5718211" y="5851746"/>
                  </a:lnTo>
                  <a:lnTo>
                    <a:pt x="5740508" y="5808630"/>
                  </a:lnTo>
                  <a:lnTo>
                    <a:pt x="5748516" y="5758986"/>
                  </a:lnTo>
                  <a:lnTo>
                    <a:pt x="5748516" y="157063"/>
                  </a:lnTo>
                  <a:lnTo>
                    <a:pt x="5740508" y="107419"/>
                  </a:lnTo>
                  <a:lnTo>
                    <a:pt x="5718211" y="64303"/>
                  </a:lnTo>
                  <a:lnTo>
                    <a:pt x="5684212" y="30304"/>
                  </a:lnTo>
                  <a:lnTo>
                    <a:pt x="5641096" y="8007"/>
                  </a:lnTo>
                  <a:lnTo>
                    <a:pt x="5591452" y="0"/>
                  </a:lnTo>
                  <a:close/>
                </a:path>
              </a:pathLst>
            </a:custGeom>
            <a:solidFill>
              <a:srgbClr val="282F3A">
                <a:alpha val="71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72555" y="3717164"/>
              <a:ext cx="5748655" cy="5916295"/>
            </a:xfrm>
            <a:custGeom>
              <a:avLst/>
              <a:gdLst/>
              <a:ahLst/>
              <a:cxnLst/>
              <a:rect l="l" t="t" r="r" b="b"/>
              <a:pathLst>
                <a:path w="5748655" h="5916295">
                  <a:moveTo>
                    <a:pt x="157063" y="0"/>
                  </a:moveTo>
                  <a:lnTo>
                    <a:pt x="107419" y="8007"/>
                  </a:lnTo>
                  <a:lnTo>
                    <a:pt x="64303" y="30304"/>
                  </a:lnTo>
                  <a:lnTo>
                    <a:pt x="30304" y="64303"/>
                  </a:lnTo>
                  <a:lnTo>
                    <a:pt x="8007" y="107419"/>
                  </a:lnTo>
                  <a:lnTo>
                    <a:pt x="0" y="157063"/>
                  </a:lnTo>
                  <a:lnTo>
                    <a:pt x="0" y="5758986"/>
                  </a:lnTo>
                  <a:lnTo>
                    <a:pt x="8007" y="5808630"/>
                  </a:lnTo>
                  <a:lnTo>
                    <a:pt x="30304" y="5851746"/>
                  </a:lnTo>
                  <a:lnTo>
                    <a:pt x="64303" y="5885746"/>
                  </a:lnTo>
                  <a:lnTo>
                    <a:pt x="107419" y="5908043"/>
                  </a:lnTo>
                  <a:lnTo>
                    <a:pt x="157063" y="5916050"/>
                  </a:lnTo>
                  <a:lnTo>
                    <a:pt x="157063" y="5874166"/>
                  </a:lnTo>
                  <a:lnTo>
                    <a:pt x="112230" y="5865115"/>
                  </a:lnTo>
                  <a:lnTo>
                    <a:pt x="75618" y="5840431"/>
                  </a:lnTo>
                  <a:lnTo>
                    <a:pt x="50934" y="5803820"/>
                  </a:lnTo>
                  <a:lnTo>
                    <a:pt x="41883" y="5758986"/>
                  </a:lnTo>
                  <a:lnTo>
                    <a:pt x="41883" y="157063"/>
                  </a:lnTo>
                  <a:lnTo>
                    <a:pt x="50934" y="112230"/>
                  </a:lnTo>
                  <a:lnTo>
                    <a:pt x="75618" y="75618"/>
                  </a:lnTo>
                  <a:lnTo>
                    <a:pt x="112230" y="50934"/>
                  </a:lnTo>
                  <a:lnTo>
                    <a:pt x="157063" y="41883"/>
                  </a:lnTo>
                  <a:lnTo>
                    <a:pt x="157063" y="0"/>
                  </a:lnTo>
                  <a:close/>
                </a:path>
                <a:path w="5748655" h="5916295">
                  <a:moveTo>
                    <a:pt x="5591452" y="5874166"/>
                  </a:moveTo>
                  <a:lnTo>
                    <a:pt x="157063" y="5874166"/>
                  </a:lnTo>
                  <a:lnTo>
                    <a:pt x="157063" y="5916050"/>
                  </a:lnTo>
                  <a:lnTo>
                    <a:pt x="5591452" y="5916050"/>
                  </a:lnTo>
                  <a:lnTo>
                    <a:pt x="5591452" y="5874166"/>
                  </a:lnTo>
                  <a:close/>
                </a:path>
                <a:path w="5748655" h="5916295">
                  <a:moveTo>
                    <a:pt x="5591452" y="0"/>
                  </a:moveTo>
                  <a:lnTo>
                    <a:pt x="5591452" y="41883"/>
                  </a:lnTo>
                  <a:lnTo>
                    <a:pt x="5636285" y="50934"/>
                  </a:lnTo>
                  <a:lnTo>
                    <a:pt x="5672897" y="75618"/>
                  </a:lnTo>
                  <a:lnTo>
                    <a:pt x="5697581" y="112230"/>
                  </a:lnTo>
                  <a:lnTo>
                    <a:pt x="5706632" y="157063"/>
                  </a:lnTo>
                  <a:lnTo>
                    <a:pt x="5706632" y="5758986"/>
                  </a:lnTo>
                  <a:lnTo>
                    <a:pt x="5697581" y="5803820"/>
                  </a:lnTo>
                  <a:lnTo>
                    <a:pt x="5672897" y="5840431"/>
                  </a:lnTo>
                  <a:lnTo>
                    <a:pt x="5636285" y="5865115"/>
                  </a:lnTo>
                  <a:lnTo>
                    <a:pt x="5591452" y="5874166"/>
                  </a:lnTo>
                  <a:lnTo>
                    <a:pt x="5591452" y="5916050"/>
                  </a:lnTo>
                  <a:lnTo>
                    <a:pt x="5641096" y="5908043"/>
                  </a:lnTo>
                  <a:lnTo>
                    <a:pt x="5684211" y="5885746"/>
                  </a:lnTo>
                  <a:lnTo>
                    <a:pt x="5718211" y="5851746"/>
                  </a:lnTo>
                  <a:lnTo>
                    <a:pt x="5740508" y="5808630"/>
                  </a:lnTo>
                  <a:lnTo>
                    <a:pt x="5748516" y="5758986"/>
                  </a:lnTo>
                  <a:lnTo>
                    <a:pt x="5748516" y="157063"/>
                  </a:lnTo>
                  <a:lnTo>
                    <a:pt x="5740508" y="107419"/>
                  </a:lnTo>
                  <a:lnTo>
                    <a:pt x="5718211" y="64303"/>
                  </a:lnTo>
                  <a:lnTo>
                    <a:pt x="5684211" y="30304"/>
                  </a:lnTo>
                  <a:lnTo>
                    <a:pt x="5641096" y="8007"/>
                  </a:lnTo>
                  <a:lnTo>
                    <a:pt x="5591452" y="0"/>
                  </a:lnTo>
                  <a:close/>
                </a:path>
                <a:path w="5748655" h="5916295">
                  <a:moveTo>
                    <a:pt x="5591452" y="0"/>
                  </a:moveTo>
                  <a:lnTo>
                    <a:pt x="157063" y="0"/>
                  </a:lnTo>
                  <a:lnTo>
                    <a:pt x="157063" y="41883"/>
                  </a:lnTo>
                  <a:lnTo>
                    <a:pt x="5591452" y="41883"/>
                  </a:lnTo>
                  <a:lnTo>
                    <a:pt x="5591452" y="0"/>
                  </a:lnTo>
                  <a:close/>
                </a:path>
              </a:pathLst>
            </a:custGeom>
            <a:solidFill>
              <a:srgbClr val="00FF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64678" y="5966732"/>
              <a:ext cx="4764405" cy="3039110"/>
            </a:xfrm>
            <a:custGeom>
              <a:avLst/>
              <a:gdLst/>
              <a:ahLst/>
              <a:cxnLst/>
              <a:rect l="l" t="t" r="r" b="b"/>
              <a:pathLst>
                <a:path w="4764405" h="3039109">
                  <a:moveTo>
                    <a:pt x="1859407" y="315810"/>
                  </a:moveTo>
                  <a:lnTo>
                    <a:pt x="1792960" y="196011"/>
                  </a:lnTo>
                  <a:lnTo>
                    <a:pt x="1772285" y="158737"/>
                  </a:lnTo>
                  <a:lnTo>
                    <a:pt x="1793709" y="118529"/>
                  </a:lnTo>
                  <a:lnTo>
                    <a:pt x="1853958" y="5448"/>
                  </a:lnTo>
                  <a:lnTo>
                    <a:pt x="1788629" y="5448"/>
                  </a:lnTo>
                  <a:lnTo>
                    <a:pt x="1759305" y="69951"/>
                  </a:lnTo>
                  <a:lnTo>
                    <a:pt x="1755952" y="76923"/>
                  </a:lnTo>
                  <a:lnTo>
                    <a:pt x="1752600" y="84467"/>
                  </a:lnTo>
                  <a:lnTo>
                    <a:pt x="1749259" y="92570"/>
                  </a:lnTo>
                  <a:lnTo>
                    <a:pt x="1746694" y="98590"/>
                  </a:lnTo>
                  <a:lnTo>
                    <a:pt x="1744014" y="104914"/>
                  </a:lnTo>
                  <a:lnTo>
                    <a:pt x="1738363" y="118529"/>
                  </a:lnTo>
                  <a:lnTo>
                    <a:pt x="1736686" y="118529"/>
                  </a:lnTo>
                  <a:lnTo>
                    <a:pt x="1733423" y="111569"/>
                  </a:lnTo>
                  <a:lnTo>
                    <a:pt x="1724545" y="92570"/>
                  </a:lnTo>
                  <a:lnTo>
                    <a:pt x="1720913" y="84467"/>
                  </a:lnTo>
                  <a:lnTo>
                    <a:pt x="1717281" y="76923"/>
                  </a:lnTo>
                  <a:lnTo>
                    <a:pt x="1713649" y="69951"/>
                  </a:lnTo>
                  <a:lnTo>
                    <a:pt x="1682661" y="5448"/>
                  </a:lnTo>
                  <a:lnTo>
                    <a:pt x="1613547" y="5448"/>
                  </a:lnTo>
                  <a:lnTo>
                    <a:pt x="1695640" y="156222"/>
                  </a:lnTo>
                  <a:lnTo>
                    <a:pt x="1608950" y="315810"/>
                  </a:lnTo>
                  <a:lnTo>
                    <a:pt x="1674279" y="315810"/>
                  </a:lnTo>
                  <a:lnTo>
                    <a:pt x="1707375" y="247116"/>
                  </a:lnTo>
                  <a:lnTo>
                    <a:pt x="1710270" y="241198"/>
                  </a:lnTo>
                  <a:lnTo>
                    <a:pt x="1713128" y="235178"/>
                  </a:lnTo>
                  <a:lnTo>
                    <a:pt x="1729994" y="196011"/>
                  </a:lnTo>
                  <a:lnTo>
                    <a:pt x="1731657" y="196011"/>
                  </a:lnTo>
                  <a:lnTo>
                    <a:pt x="1744230" y="222821"/>
                  </a:lnTo>
                  <a:lnTo>
                    <a:pt x="1747316" y="229057"/>
                  </a:lnTo>
                  <a:lnTo>
                    <a:pt x="1750301" y="235178"/>
                  </a:lnTo>
                  <a:lnTo>
                    <a:pt x="1753184" y="241198"/>
                  </a:lnTo>
                  <a:lnTo>
                    <a:pt x="1755952" y="247116"/>
                  </a:lnTo>
                  <a:lnTo>
                    <a:pt x="1790725" y="315810"/>
                  </a:lnTo>
                  <a:lnTo>
                    <a:pt x="1859407" y="315810"/>
                  </a:lnTo>
                  <a:close/>
                </a:path>
                <a:path w="4764405" h="3039109">
                  <a:moveTo>
                    <a:pt x="2123998" y="144500"/>
                  </a:moveTo>
                  <a:lnTo>
                    <a:pt x="2013419" y="144500"/>
                  </a:lnTo>
                  <a:lnTo>
                    <a:pt x="2013419" y="195173"/>
                  </a:lnTo>
                  <a:lnTo>
                    <a:pt x="2068296" y="195173"/>
                  </a:lnTo>
                  <a:lnTo>
                    <a:pt x="2068296" y="256324"/>
                  </a:lnTo>
                  <a:lnTo>
                    <a:pt x="2037295" y="268058"/>
                  </a:lnTo>
                  <a:lnTo>
                    <a:pt x="2029764" y="268058"/>
                  </a:lnTo>
                  <a:lnTo>
                    <a:pt x="1989950" y="260756"/>
                  </a:lnTo>
                  <a:lnTo>
                    <a:pt x="1953945" y="229476"/>
                  </a:lnTo>
                  <a:lnTo>
                    <a:pt x="1940547" y="191516"/>
                  </a:lnTo>
                  <a:lnTo>
                    <a:pt x="1938032" y="159994"/>
                  </a:lnTo>
                  <a:lnTo>
                    <a:pt x="1938693" y="144500"/>
                  </a:lnTo>
                  <a:lnTo>
                    <a:pt x="1948929" y="102616"/>
                  </a:lnTo>
                  <a:lnTo>
                    <a:pt x="1979498" y="66179"/>
                  </a:lnTo>
                  <a:lnTo>
                    <a:pt x="2025154" y="53200"/>
                  </a:lnTo>
                  <a:lnTo>
                    <a:pt x="2037410" y="53771"/>
                  </a:lnTo>
                  <a:lnTo>
                    <a:pt x="2035860" y="53771"/>
                  </a:lnTo>
                  <a:lnTo>
                    <a:pt x="2044319" y="55079"/>
                  </a:lnTo>
                  <a:lnTo>
                    <a:pt x="2079866" y="73926"/>
                  </a:lnTo>
                  <a:lnTo>
                    <a:pt x="2085886" y="79159"/>
                  </a:lnTo>
                  <a:lnTo>
                    <a:pt x="2107704" y="53200"/>
                  </a:lnTo>
                  <a:lnTo>
                    <a:pt x="2118969" y="39789"/>
                  </a:lnTo>
                  <a:lnTo>
                    <a:pt x="2110879" y="32435"/>
                  </a:lnTo>
                  <a:lnTo>
                    <a:pt x="2101697" y="25450"/>
                  </a:lnTo>
                  <a:lnTo>
                    <a:pt x="2067661" y="7073"/>
                  </a:lnTo>
                  <a:lnTo>
                    <a:pt x="2023059" y="0"/>
                  </a:lnTo>
                  <a:lnTo>
                    <a:pt x="2005482" y="787"/>
                  </a:lnTo>
                  <a:lnTo>
                    <a:pt x="2007069" y="787"/>
                  </a:lnTo>
                  <a:lnTo>
                    <a:pt x="1993112" y="2730"/>
                  </a:lnTo>
                  <a:lnTo>
                    <a:pt x="1952244" y="16967"/>
                  </a:lnTo>
                  <a:lnTo>
                    <a:pt x="1917928" y="42722"/>
                  </a:lnTo>
                  <a:lnTo>
                    <a:pt x="1892185" y="79159"/>
                  </a:lnTo>
                  <a:lnTo>
                    <a:pt x="1877199" y="125755"/>
                  </a:lnTo>
                  <a:lnTo>
                    <a:pt x="1874456" y="159994"/>
                  </a:lnTo>
                  <a:lnTo>
                    <a:pt x="1874367" y="162090"/>
                  </a:lnTo>
                  <a:lnTo>
                    <a:pt x="1879295" y="209626"/>
                  </a:lnTo>
                  <a:lnTo>
                    <a:pt x="1894052" y="249212"/>
                  </a:lnTo>
                  <a:lnTo>
                    <a:pt x="1917192" y="280517"/>
                  </a:lnTo>
                  <a:lnTo>
                    <a:pt x="1964715" y="311302"/>
                  </a:lnTo>
                  <a:lnTo>
                    <a:pt x="2002612" y="320522"/>
                  </a:lnTo>
                  <a:lnTo>
                    <a:pt x="2023059" y="321665"/>
                  </a:lnTo>
                  <a:lnTo>
                    <a:pt x="2038819" y="320992"/>
                  </a:lnTo>
                  <a:lnTo>
                    <a:pt x="2081695" y="310781"/>
                  </a:lnTo>
                  <a:lnTo>
                    <a:pt x="2115388" y="291858"/>
                  </a:lnTo>
                  <a:lnTo>
                    <a:pt x="2123998" y="284391"/>
                  </a:lnTo>
                  <a:lnTo>
                    <a:pt x="2123998" y="268058"/>
                  </a:lnTo>
                  <a:lnTo>
                    <a:pt x="2123998" y="144500"/>
                  </a:lnTo>
                  <a:close/>
                </a:path>
                <a:path w="4764405" h="3039109">
                  <a:moveTo>
                    <a:pt x="2420442" y="224497"/>
                  </a:moveTo>
                  <a:lnTo>
                    <a:pt x="2419451" y="210210"/>
                  </a:lnTo>
                  <a:lnTo>
                    <a:pt x="2419426" y="209816"/>
                  </a:lnTo>
                  <a:lnTo>
                    <a:pt x="2416365" y="196748"/>
                  </a:lnTo>
                  <a:lnTo>
                    <a:pt x="2411260" y="185305"/>
                  </a:lnTo>
                  <a:lnTo>
                    <a:pt x="2405634" y="177584"/>
                  </a:lnTo>
                  <a:lnTo>
                    <a:pt x="2404110" y="175488"/>
                  </a:lnTo>
                  <a:lnTo>
                    <a:pt x="2395397" y="167068"/>
                  </a:lnTo>
                  <a:lnTo>
                    <a:pt x="2385580" y="160210"/>
                  </a:lnTo>
                  <a:lnTo>
                    <a:pt x="2374658" y="154914"/>
                  </a:lnTo>
                  <a:lnTo>
                    <a:pt x="2362644" y="151206"/>
                  </a:lnTo>
                  <a:lnTo>
                    <a:pt x="2362644" y="149529"/>
                  </a:lnTo>
                  <a:lnTo>
                    <a:pt x="2386939" y="131940"/>
                  </a:lnTo>
                  <a:lnTo>
                    <a:pt x="2389606" y="128612"/>
                  </a:lnTo>
                  <a:lnTo>
                    <a:pt x="2404605" y="89192"/>
                  </a:lnTo>
                  <a:lnTo>
                    <a:pt x="2404948" y="82092"/>
                  </a:lnTo>
                  <a:lnTo>
                    <a:pt x="2404008" y="68402"/>
                  </a:lnTo>
                  <a:lnTo>
                    <a:pt x="2381859" y="28663"/>
                  </a:lnTo>
                  <a:lnTo>
                    <a:pt x="2360130" y="16179"/>
                  </a:lnTo>
                  <a:lnTo>
                    <a:pt x="2360130" y="220726"/>
                  </a:lnTo>
                  <a:lnTo>
                    <a:pt x="2359088" y="232092"/>
                  </a:lnTo>
                  <a:lnTo>
                    <a:pt x="2334247" y="261696"/>
                  </a:lnTo>
                  <a:lnTo>
                    <a:pt x="2295220" y="268058"/>
                  </a:lnTo>
                  <a:lnTo>
                    <a:pt x="2252078" y="268058"/>
                  </a:lnTo>
                  <a:lnTo>
                    <a:pt x="2252078" y="177584"/>
                  </a:lnTo>
                  <a:lnTo>
                    <a:pt x="2295220" y="177584"/>
                  </a:lnTo>
                  <a:lnTo>
                    <a:pt x="2334247" y="183476"/>
                  </a:lnTo>
                  <a:lnTo>
                    <a:pt x="2360130" y="220726"/>
                  </a:lnTo>
                  <a:lnTo>
                    <a:pt x="2360130" y="16179"/>
                  </a:lnTo>
                  <a:lnTo>
                    <a:pt x="2349665" y="12573"/>
                  </a:lnTo>
                  <a:lnTo>
                    <a:pt x="2344636" y="11366"/>
                  </a:lnTo>
                  <a:lnTo>
                    <a:pt x="2344636" y="91313"/>
                  </a:lnTo>
                  <a:lnTo>
                    <a:pt x="2343797" y="100076"/>
                  </a:lnTo>
                  <a:lnTo>
                    <a:pt x="2313851" y="129209"/>
                  </a:lnTo>
                  <a:lnTo>
                    <a:pt x="2288514" y="131940"/>
                  </a:lnTo>
                  <a:lnTo>
                    <a:pt x="2252078" y="131940"/>
                  </a:lnTo>
                  <a:lnTo>
                    <a:pt x="2252078" y="53200"/>
                  </a:lnTo>
                  <a:lnTo>
                    <a:pt x="2288933" y="53200"/>
                  </a:lnTo>
                  <a:lnTo>
                    <a:pt x="2330818" y="61988"/>
                  </a:lnTo>
                  <a:lnTo>
                    <a:pt x="2344636" y="91313"/>
                  </a:lnTo>
                  <a:lnTo>
                    <a:pt x="2344636" y="11366"/>
                  </a:lnTo>
                  <a:lnTo>
                    <a:pt x="2336685" y="9448"/>
                  </a:lnTo>
                  <a:lnTo>
                    <a:pt x="2322855" y="7226"/>
                  </a:lnTo>
                  <a:lnTo>
                    <a:pt x="2308199" y="5892"/>
                  </a:lnTo>
                  <a:lnTo>
                    <a:pt x="2292705" y="5448"/>
                  </a:lnTo>
                  <a:lnTo>
                    <a:pt x="2190089" y="5448"/>
                  </a:lnTo>
                  <a:lnTo>
                    <a:pt x="2190089" y="315810"/>
                  </a:lnTo>
                  <a:lnTo>
                    <a:pt x="2300655" y="315810"/>
                  </a:lnTo>
                  <a:lnTo>
                    <a:pt x="2347938" y="310388"/>
                  </a:lnTo>
                  <a:lnTo>
                    <a:pt x="2386101" y="293611"/>
                  </a:lnTo>
                  <a:lnTo>
                    <a:pt x="2411412" y="265226"/>
                  </a:lnTo>
                  <a:lnTo>
                    <a:pt x="2411501" y="265099"/>
                  </a:lnTo>
                  <a:lnTo>
                    <a:pt x="2416467" y="252869"/>
                  </a:lnTo>
                  <a:lnTo>
                    <a:pt x="2419451" y="239344"/>
                  </a:lnTo>
                  <a:lnTo>
                    <a:pt x="2420442" y="224497"/>
                  </a:lnTo>
                  <a:close/>
                </a:path>
                <a:path w="4764405" h="3039109">
                  <a:moveTo>
                    <a:pt x="2680817" y="198526"/>
                  </a:moveTo>
                  <a:lnTo>
                    <a:pt x="2675636" y="158318"/>
                  </a:lnTo>
                  <a:lnTo>
                    <a:pt x="2654020" y="116281"/>
                  </a:lnTo>
                  <a:lnTo>
                    <a:pt x="2620251" y="88430"/>
                  </a:lnTo>
                  <a:lnTo>
                    <a:pt x="2617584" y="87172"/>
                  </a:lnTo>
                  <a:lnTo>
                    <a:pt x="2617584" y="198526"/>
                  </a:lnTo>
                  <a:lnTo>
                    <a:pt x="2617216" y="209257"/>
                  </a:lnTo>
                  <a:lnTo>
                    <a:pt x="2604808" y="251612"/>
                  </a:lnTo>
                  <a:lnTo>
                    <a:pt x="2568156" y="271411"/>
                  </a:lnTo>
                  <a:lnTo>
                    <a:pt x="2560485" y="270852"/>
                  </a:lnTo>
                  <a:lnTo>
                    <a:pt x="2527427" y="244779"/>
                  </a:lnTo>
                  <a:lnTo>
                    <a:pt x="2518727" y="198526"/>
                  </a:lnTo>
                  <a:lnTo>
                    <a:pt x="2519070" y="187794"/>
                  </a:lnTo>
                  <a:lnTo>
                    <a:pt x="2531300" y="145542"/>
                  </a:lnTo>
                  <a:lnTo>
                    <a:pt x="2568156" y="125653"/>
                  </a:lnTo>
                  <a:lnTo>
                    <a:pt x="2575801" y="126225"/>
                  </a:lnTo>
                  <a:lnTo>
                    <a:pt x="2608630" y="152298"/>
                  </a:lnTo>
                  <a:lnTo>
                    <a:pt x="2617584" y="198526"/>
                  </a:lnTo>
                  <a:lnTo>
                    <a:pt x="2617584" y="87172"/>
                  </a:lnTo>
                  <a:lnTo>
                    <a:pt x="2579128" y="75920"/>
                  </a:lnTo>
                  <a:lnTo>
                    <a:pt x="2568156" y="75387"/>
                  </a:lnTo>
                  <a:lnTo>
                    <a:pt x="2553703" y="76314"/>
                  </a:lnTo>
                  <a:lnTo>
                    <a:pt x="2512872" y="90055"/>
                  </a:lnTo>
                  <a:lnTo>
                    <a:pt x="2479967" y="119341"/>
                  </a:lnTo>
                  <a:lnTo>
                    <a:pt x="2459469" y="162509"/>
                  </a:lnTo>
                  <a:lnTo>
                    <a:pt x="2455494" y="198526"/>
                  </a:lnTo>
                  <a:lnTo>
                    <a:pt x="2456484" y="217297"/>
                  </a:lnTo>
                  <a:lnTo>
                    <a:pt x="2471407" y="265125"/>
                  </a:lnTo>
                  <a:lnTo>
                    <a:pt x="2500693" y="298894"/>
                  </a:lnTo>
                  <a:lnTo>
                    <a:pt x="2539669" y="318008"/>
                  </a:lnTo>
                  <a:lnTo>
                    <a:pt x="2568156" y="321665"/>
                  </a:lnTo>
                  <a:lnTo>
                    <a:pt x="2582583" y="320751"/>
                  </a:lnTo>
                  <a:lnTo>
                    <a:pt x="2623020" y="307009"/>
                  </a:lnTo>
                  <a:lnTo>
                    <a:pt x="2656319" y="277952"/>
                  </a:lnTo>
                  <a:lnTo>
                    <a:pt x="2676842" y="234657"/>
                  </a:lnTo>
                  <a:lnTo>
                    <a:pt x="2679827" y="217297"/>
                  </a:lnTo>
                  <a:lnTo>
                    <a:pt x="2680817" y="198526"/>
                  </a:lnTo>
                  <a:close/>
                </a:path>
                <a:path w="4764405" h="3039109">
                  <a:moveTo>
                    <a:pt x="2943009" y="198526"/>
                  </a:moveTo>
                  <a:lnTo>
                    <a:pt x="2937814" y="158318"/>
                  </a:lnTo>
                  <a:lnTo>
                    <a:pt x="2923019" y="125653"/>
                  </a:lnTo>
                  <a:lnTo>
                    <a:pt x="2922905" y="125437"/>
                  </a:lnTo>
                  <a:lnTo>
                    <a:pt x="2891701" y="94030"/>
                  </a:lnTo>
                  <a:lnTo>
                    <a:pt x="2879763" y="87172"/>
                  </a:lnTo>
                  <a:lnTo>
                    <a:pt x="2879763" y="198526"/>
                  </a:lnTo>
                  <a:lnTo>
                    <a:pt x="2879394" y="209257"/>
                  </a:lnTo>
                  <a:lnTo>
                    <a:pt x="2866987" y="251612"/>
                  </a:lnTo>
                  <a:lnTo>
                    <a:pt x="2830334" y="271411"/>
                  </a:lnTo>
                  <a:lnTo>
                    <a:pt x="2822664" y="270852"/>
                  </a:lnTo>
                  <a:lnTo>
                    <a:pt x="2789605" y="244779"/>
                  </a:lnTo>
                  <a:lnTo>
                    <a:pt x="2780919" y="198526"/>
                  </a:lnTo>
                  <a:lnTo>
                    <a:pt x="2781249" y="187794"/>
                  </a:lnTo>
                  <a:lnTo>
                    <a:pt x="2793479" y="145542"/>
                  </a:lnTo>
                  <a:lnTo>
                    <a:pt x="2830334" y="125653"/>
                  </a:lnTo>
                  <a:lnTo>
                    <a:pt x="2837980" y="126225"/>
                  </a:lnTo>
                  <a:lnTo>
                    <a:pt x="2870809" y="152298"/>
                  </a:lnTo>
                  <a:lnTo>
                    <a:pt x="2879763" y="198526"/>
                  </a:lnTo>
                  <a:lnTo>
                    <a:pt x="2879763" y="87172"/>
                  </a:lnTo>
                  <a:lnTo>
                    <a:pt x="2841307" y="75920"/>
                  </a:lnTo>
                  <a:lnTo>
                    <a:pt x="2830334" y="75387"/>
                  </a:lnTo>
                  <a:lnTo>
                    <a:pt x="2815882" y="76314"/>
                  </a:lnTo>
                  <a:lnTo>
                    <a:pt x="2775051" y="90055"/>
                  </a:lnTo>
                  <a:lnTo>
                    <a:pt x="2742146" y="119341"/>
                  </a:lnTo>
                  <a:lnTo>
                    <a:pt x="2721648" y="162509"/>
                  </a:lnTo>
                  <a:lnTo>
                    <a:pt x="2717673" y="198526"/>
                  </a:lnTo>
                  <a:lnTo>
                    <a:pt x="2718663" y="217297"/>
                  </a:lnTo>
                  <a:lnTo>
                    <a:pt x="2733586" y="265125"/>
                  </a:lnTo>
                  <a:lnTo>
                    <a:pt x="2762885" y="298894"/>
                  </a:lnTo>
                  <a:lnTo>
                    <a:pt x="2801861" y="318008"/>
                  </a:lnTo>
                  <a:lnTo>
                    <a:pt x="2830334" y="321665"/>
                  </a:lnTo>
                  <a:lnTo>
                    <a:pt x="2844762" y="320751"/>
                  </a:lnTo>
                  <a:lnTo>
                    <a:pt x="2885198" y="307009"/>
                  </a:lnTo>
                  <a:lnTo>
                    <a:pt x="2918498" y="277952"/>
                  </a:lnTo>
                  <a:lnTo>
                    <a:pt x="2939021" y="234657"/>
                  </a:lnTo>
                  <a:lnTo>
                    <a:pt x="2942005" y="217297"/>
                  </a:lnTo>
                  <a:lnTo>
                    <a:pt x="2943009" y="198526"/>
                  </a:lnTo>
                  <a:close/>
                </a:path>
                <a:path w="4764405" h="3039109">
                  <a:moveTo>
                    <a:pt x="3150832" y="247535"/>
                  </a:moveTo>
                  <a:lnTo>
                    <a:pt x="3136315" y="205511"/>
                  </a:lnTo>
                  <a:lnTo>
                    <a:pt x="3108528" y="186804"/>
                  </a:lnTo>
                  <a:lnTo>
                    <a:pt x="3100997" y="182892"/>
                  </a:lnTo>
                  <a:lnTo>
                    <a:pt x="3093313" y="179539"/>
                  </a:lnTo>
                  <a:lnTo>
                    <a:pt x="3085490" y="176745"/>
                  </a:lnTo>
                  <a:lnTo>
                    <a:pt x="3055201" y="165163"/>
                  </a:lnTo>
                  <a:lnTo>
                    <a:pt x="3049473" y="161950"/>
                  </a:lnTo>
                  <a:lnTo>
                    <a:pt x="3045282" y="158318"/>
                  </a:lnTo>
                  <a:lnTo>
                    <a:pt x="3041104" y="154419"/>
                  </a:lnTo>
                  <a:lnTo>
                    <a:pt x="3039008" y="149669"/>
                  </a:lnTo>
                  <a:lnTo>
                    <a:pt x="3039084" y="137198"/>
                  </a:lnTo>
                  <a:lnTo>
                    <a:pt x="3041523" y="131940"/>
                  </a:lnTo>
                  <a:lnTo>
                    <a:pt x="3051568" y="123558"/>
                  </a:lnTo>
                  <a:lnTo>
                    <a:pt x="3059531" y="121462"/>
                  </a:lnTo>
                  <a:lnTo>
                    <a:pt x="3070415" y="121462"/>
                  </a:lnTo>
                  <a:lnTo>
                    <a:pt x="3108109" y="133299"/>
                  </a:lnTo>
                  <a:lnTo>
                    <a:pt x="3120682" y="141566"/>
                  </a:lnTo>
                  <a:lnTo>
                    <a:pt x="3135592" y="121462"/>
                  </a:lnTo>
                  <a:lnTo>
                    <a:pt x="3148317" y="104292"/>
                  </a:lnTo>
                  <a:lnTo>
                    <a:pt x="3140837" y="98793"/>
                  </a:lnTo>
                  <a:lnTo>
                    <a:pt x="3132620" y="93611"/>
                  </a:lnTo>
                  <a:lnTo>
                    <a:pt x="3123666" y="88747"/>
                  </a:lnTo>
                  <a:lnTo>
                    <a:pt x="3113976" y="84188"/>
                  </a:lnTo>
                  <a:lnTo>
                    <a:pt x="3103765" y="80340"/>
                  </a:lnTo>
                  <a:lnTo>
                    <a:pt x="3093237" y="77698"/>
                  </a:lnTo>
                  <a:lnTo>
                    <a:pt x="3093567" y="77698"/>
                  </a:lnTo>
                  <a:lnTo>
                    <a:pt x="3081337" y="75971"/>
                  </a:lnTo>
                  <a:lnTo>
                    <a:pt x="3081744" y="75971"/>
                  </a:lnTo>
                  <a:lnTo>
                    <a:pt x="3068739" y="75387"/>
                  </a:lnTo>
                  <a:lnTo>
                    <a:pt x="3022257" y="84607"/>
                  </a:lnTo>
                  <a:lnTo>
                    <a:pt x="2992094" y="110159"/>
                  </a:lnTo>
                  <a:lnTo>
                    <a:pt x="2981210" y="147015"/>
                  </a:lnTo>
                  <a:lnTo>
                    <a:pt x="2981807" y="156464"/>
                  </a:lnTo>
                  <a:lnTo>
                    <a:pt x="3001619" y="191935"/>
                  </a:lnTo>
                  <a:lnTo>
                    <a:pt x="3036697" y="212610"/>
                  </a:lnTo>
                  <a:lnTo>
                    <a:pt x="3052127" y="218770"/>
                  </a:lnTo>
                  <a:lnTo>
                    <a:pt x="3059950" y="221983"/>
                  </a:lnTo>
                  <a:lnTo>
                    <a:pt x="3067481" y="225336"/>
                  </a:lnTo>
                  <a:lnTo>
                    <a:pt x="3075025" y="228409"/>
                  </a:lnTo>
                  <a:lnTo>
                    <a:pt x="3081172" y="232041"/>
                  </a:lnTo>
                  <a:lnTo>
                    <a:pt x="3085909" y="236220"/>
                  </a:lnTo>
                  <a:lnTo>
                    <a:pt x="3090659" y="240131"/>
                  </a:lnTo>
                  <a:lnTo>
                    <a:pt x="3093034" y="245021"/>
                  </a:lnTo>
                  <a:lnTo>
                    <a:pt x="3093034" y="258140"/>
                  </a:lnTo>
                  <a:lnTo>
                    <a:pt x="3090240" y="264147"/>
                  </a:lnTo>
                  <a:lnTo>
                    <a:pt x="3059112" y="275602"/>
                  </a:lnTo>
                  <a:lnTo>
                    <a:pt x="3050806" y="275183"/>
                  </a:lnTo>
                  <a:lnTo>
                    <a:pt x="3011678" y="260616"/>
                  </a:lnTo>
                  <a:lnTo>
                    <a:pt x="2996285" y="250050"/>
                  </a:lnTo>
                  <a:lnTo>
                    <a:pt x="2968218" y="289001"/>
                  </a:lnTo>
                  <a:lnTo>
                    <a:pt x="3009684" y="312458"/>
                  </a:lnTo>
                  <a:lnTo>
                    <a:pt x="3057436" y="321665"/>
                  </a:lnTo>
                  <a:lnTo>
                    <a:pt x="3071457" y="321094"/>
                  </a:lnTo>
                  <a:lnTo>
                    <a:pt x="3071901" y="321094"/>
                  </a:lnTo>
                  <a:lnTo>
                    <a:pt x="3084715" y="319366"/>
                  </a:lnTo>
                  <a:lnTo>
                    <a:pt x="3085071" y="319366"/>
                  </a:lnTo>
                  <a:lnTo>
                    <a:pt x="3097644" y="316255"/>
                  </a:lnTo>
                  <a:lnTo>
                    <a:pt x="3134055" y="293192"/>
                  </a:lnTo>
                  <a:lnTo>
                    <a:pt x="3145015" y="275602"/>
                  </a:lnTo>
                  <a:lnTo>
                    <a:pt x="3148114" y="267220"/>
                  </a:lnTo>
                  <a:lnTo>
                    <a:pt x="3150031" y="258140"/>
                  </a:lnTo>
                  <a:lnTo>
                    <a:pt x="3150158" y="257581"/>
                  </a:lnTo>
                  <a:lnTo>
                    <a:pt x="3150832" y="247535"/>
                  </a:lnTo>
                  <a:close/>
                </a:path>
                <a:path w="4764405" h="3039109">
                  <a:moveTo>
                    <a:pt x="3321634" y="312877"/>
                  </a:moveTo>
                  <a:lnTo>
                    <a:pt x="3312337" y="273088"/>
                  </a:lnTo>
                  <a:lnTo>
                    <a:pt x="3311169" y="268058"/>
                  </a:lnTo>
                  <a:lnTo>
                    <a:pt x="3308096" y="269176"/>
                  </a:lnTo>
                  <a:lnTo>
                    <a:pt x="3304463" y="270294"/>
                  </a:lnTo>
                  <a:lnTo>
                    <a:pt x="3296081" y="272529"/>
                  </a:lnTo>
                  <a:lnTo>
                    <a:pt x="3292043" y="273088"/>
                  </a:lnTo>
                  <a:lnTo>
                    <a:pt x="3288131" y="273088"/>
                  </a:lnTo>
                  <a:lnTo>
                    <a:pt x="3281349" y="272529"/>
                  </a:lnTo>
                  <a:lnTo>
                    <a:pt x="3280981" y="272529"/>
                  </a:lnTo>
                  <a:lnTo>
                    <a:pt x="3256407" y="243116"/>
                  </a:lnTo>
                  <a:lnTo>
                    <a:pt x="3255873" y="129844"/>
                  </a:lnTo>
                  <a:lnTo>
                    <a:pt x="3314090" y="129844"/>
                  </a:lnTo>
                  <a:lnTo>
                    <a:pt x="3314090" y="81254"/>
                  </a:lnTo>
                  <a:lnTo>
                    <a:pt x="3255873" y="81254"/>
                  </a:lnTo>
                  <a:lnTo>
                    <a:pt x="3255873" y="18008"/>
                  </a:lnTo>
                  <a:lnTo>
                    <a:pt x="3205200" y="18008"/>
                  </a:lnTo>
                  <a:lnTo>
                    <a:pt x="3198076" y="81254"/>
                  </a:lnTo>
                  <a:lnTo>
                    <a:pt x="3161639" y="84188"/>
                  </a:lnTo>
                  <a:lnTo>
                    <a:pt x="3161639" y="129844"/>
                  </a:lnTo>
                  <a:lnTo>
                    <a:pt x="3194723" y="129844"/>
                  </a:lnTo>
                  <a:lnTo>
                    <a:pt x="3194723" y="234137"/>
                  </a:lnTo>
                  <a:lnTo>
                    <a:pt x="3195193" y="246722"/>
                  </a:lnTo>
                  <a:lnTo>
                    <a:pt x="3196552" y="257975"/>
                  </a:lnTo>
                  <a:lnTo>
                    <a:pt x="3196615" y="258533"/>
                  </a:lnTo>
                  <a:lnTo>
                    <a:pt x="3198888" y="269176"/>
                  </a:lnTo>
                  <a:lnTo>
                    <a:pt x="3218992" y="304596"/>
                  </a:lnTo>
                  <a:lnTo>
                    <a:pt x="3258629" y="320992"/>
                  </a:lnTo>
                  <a:lnTo>
                    <a:pt x="3271799" y="321665"/>
                  </a:lnTo>
                  <a:lnTo>
                    <a:pt x="3279330" y="321487"/>
                  </a:lnTo>
                  <a:lnTo>
                    <a:pt x="3285769" y="320992"/>
                  </a:lnTo>
                  <a:lnTo>
                    <a:pt x="3286074" y="320992"/>
                  </a:lnTo>
                  <a:lnTo>
                    <a:pt x="3293148" y="320014"/>
                  </a:lnTo>
                  <a:lnTo>
                    <a:pt x="3299434" y="318731"/>
                  </a:lnTo>
                  <a:lnTo>
                    <a:pt x="3307816" y="316776"/>
                  </a:lnTo>
                  <a:lnTo>
                    <a:pt x="3315208" y="314833"/>
                  </a:lnTo>
                  <a:lnTo>
                    <a:pt x="3321634" y="312877"/>
                  </a:lnTo>
                  <a:close/>
                </a:path>
                <a:path w="4764405" h="3039109">
                  <a:moveTo>
                    <a:pt x="4764252" y="3033534"/>
                  </a:moveTo>
                  <a:lnTo>
                    <a:pt x="0" y="3033534"/>
                  </a:lnTo>
                  <a:lnTo>
                    <a:pt x="0" y="3036074"/>
                  </a:lnTo>
                  <a:lnTo>
                    <a:pt x="0" y="3038614"/>
                  </a:lnTo>
                  <a:lnTo>
                    <a:pt x="4764252" y="3038614"/>
                  </a:lnTo>
                  <a:lnTo>
                    <a:pt x="4764252" y="3036074"/>
                  </a:lnTo>
                  <a:lnTo>
                    <a:pt x="4764252" y="3033534"/>
                  </a:lnTo>
                  <a:close/>
                </a:path>
                <a:path w="4764405" h="3039109">
                  <a:moveTo>
                    <a:pt x="4764252" y="2331986"/>
                  </a:moveTo>
                  <a:lnTo>
                    <a:pt x="0" y="2331986"/>
                  </a:lnTo>
                  <a:lnTo>
                    <a:pt x="0" y="2334526"/>
                  </a:lnTo>
                  <a:lnTo>
                    <a:pt x="0" y="2337066"/>
                  </a:lnTo>
                  <a:lnTo>
                    <a:pt x="4764252" y="2337066"/>
                  </a:lnTo>
                  <a:lnTo>
                    <a:pt x="4764252" y="2334526"/>
                  </a:lnTo>
                  <a:lnTo>
                    <a:pt x="4764252" y="2331986"/>
                  </a:lnTo>
                  <a:close/>
                </a:path>
                <a:path w="4764405" h="3039109">
                  <a:moveTo>
                    <a:pt x="4764252" y="1609496"/>
                  </a:moveTo>
                  <a:lnTo>
                    <a:pt x="0" y="1609496"/>
                  </a:lnTo>
                  <a:lnTo>
                    <a:pt x="0" y="1612036"/>
                  </a:lnTo>
                  <a:lnTo>
                    <a:pt x="0" y="1614576"/>
                  </a:lnTo>
                  <a:lnTo>
                    <a:pt x="4764252" y="1614576"/>
                  </a:lnTo>
                  <a:lnTo>
                    <a:pt x="4764252" y="1612036"/>
                  </a:lnTo>
                  <a:lnTo>
                    <a:pt x="4764252" y="16094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97796" y="7237391"/>
              <a:ext cx="4682855" cy="25383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699095" y="7961590"/>
              <a:ext cx="824230" cy="262890"/>
            </a:xfrm>
            <a:custGeom>
              <a:avLst/>
              <a:gdLst/>
              <a:ahLst/>
              <a:cxnLst/>
              <a:rect l="l" t="t" r="r" b="b"/>
              <a:pathLst>
                <a:path w="824229" h="262890">
                  <a:moveTo>
                    <a:pt x="69139" y="21423"/>
                  </a:moveTo>
                  <a:lnTo>
                    <a:pt x="0" y="21423"/>
                  </a:lnTo>
                  <a:lnTo>
                    <a:pt x="0" y="258054"/>
                  </a:lnTo>
                  <a:lnTo>
                    <a:pt x="19475" y="258054"/>
                  </a:lnTo>
                  <a:lnTo>
                    <a:pt x="19475" y="151262"/>
                  </a:lnTo>
                  <a:lnTo>
                    <a:pt x="67848" y="151262"/>
                  </a:lnTo>
                  <a:lnTo>
                    <a:pt x="64594" y="145744"/>
                  </a:lnTo>
                  <a:lnTo>
                    <a:pt x="82447" y="138603"/>
                  </a:lnTo>
                  <a:lnTo>
                    <a:pt x="120216" y="138603"/>
                  </a:lnTo>
                  <a:lnTo>
                    <a:pt x="125367" y="135032"/>
                  </a:lnTo>
                  <a:lnTo>
                    <a:pt x="19475" y="135032"/>
                  </a:lnTo>
                  <a:lnTo>
                    <a:pt x="19475" y="37653"/>
                  </a:lnTo>
                  <a:lnTo>
                    <a:pt x="128066" y="37653"/>
                  </a:lnTo>
                  <a:lnTo>
                    <a:pt x="126187" y="36030"/>
                  </a:lnTo>
                  <a:lnTo>
                    <a:pt x="80601" y="21829"/>
                  </a:lnTo>
                  <a:lnTo>
                    <a:pt x="69139" y="21423"/>
                  </a:lnTo>
                  <a:close/>
                </a:path>
                <a:path w="824229" h="262890">
                  <a:moveTo>
                    <a:pt x="82447" y="138603"/>
                  </a:moveTo>
                  <a:lnTo>
                    <a:pt x="64594" y="145744"/>
                  </a:lnTo>
                  <a:lnTo>
                    <a:pt x="130812" y="258054"/>
                  </a:lnTo>
                  <a:lnTo>
                    <a:pt x="152885" y="258054"/>
                  </a:lnTo>
                  <a:lnTo>
                    <a:pt x="89912" y="151262"/>
                  </a:lnTo>
                  <a:lnTo>
                    <a:pt x="69139" y="151262"/>
                  </a:lnTo>
                  <a:lnTo>
                    <a:pt x="80601" y="150795"/>
                  </a:lnTo>
                  <a:lnTo>
                    <a:pt x="88989" y="149697"/>
                  </a:lnTo>
                  <a:lnTo>
                    <a:pt x="82447" y="138603"/>
                  </a:lnTo>
                  <a:close/>
                </a:path>
                <a:path w="824229" h="262890">
                  <a:moveTo>
                    <a:pt x="88989" y="149697"/>
                  </a:moveTo>
                  <a:lnTo>
                    <a:pt x="80601" y="150795"/>
                  </a:lnTo>
                  <a:lnTo>
                    <a:pt x="69139" y="151262"/>
                  </a:lnTo>
                  <a:lnTo>
                    <a:pt x="89912" y="151262"/>
                  </a:lnTo>
                  <a:lnTo>
                    <a:pt x="88989" y="149697"/>
                  </a:lnTo>
                  <a:close/>
                </a:path>
                <a:path w="824229" h="262890">
                  <a:moveTo>
                    <a:pt x="120216" y="138603"/>
                  </a:moveTo>
                  <a:lnTo>
                    <a:pt x="82447" y="138603"/>
                  </a:lnTo>
                  <a:lnTo>
                    <a:pt x="88989" y="149697"/>
                  </a:lnTo>
                  <a:lnTo>
                    <a:pt x="120216" y="138603"/>
                  </a:lnTo>
                  <a:close/>
                </a:path>
                <a:path w="824229" h="262890">
                  <a:moveTo>
                    <a:pt x="128066" y="37653"/>
                  </a:moveTo>
                  <a:lnTo>
                    <a:pt x="64919" y="37653"/>
                  </a:lnTo>
                  <a:lnTo>
                    <a:pt x="79282" y="38322"/>
                  </a:lnTo>
                  <a:lnTo>
                    <a:pt x="91861" y="40331"/>
                  </a:lnTo>
                  <a:lnTo>
                    <a:pt x="123833" y="62647"/>
                  </a:lnTo>
                  <a:lnTo>
                    <a:pt x="127891" y="84719"/>
                  </a:lnTo>
                  <a:lnTo>
                    <a:pt x="126877" y="96709"/>
                  </a:lnTo>
                  <a:lnTo>
                    <a:pt x="102653" y="128094"/>
                  </a:lnTo>
                  <a:lnTo>
                    <a:pt x="64919" y="135032"/>
                  </a:lnTo>
                  <a:lnTo>
                    <a:pt x="125367" y="135032"/>
                  </a:lnTo>
                  <a:lnTo>
                    <a:pt x="147387" y="95167"/>
                  </a:lnTo>
                  <a:lnTo>
                    <a:pt x="148016" y="84719"/>
                  </a:lnTo>
                  <a:lnTo>
                    <a:pt x="147387" y="73785"/>
                  </a:lnTo>
                  <a:lnTo>
                    <a:pt x="145500" y="64026"/>
                  </a:lnTo>
                  <a:lnTo>
                    <a:pt x="142356" y="55445"/>
                  </a:lnTo>
                  <a:lnTo>
                    <a:pt x="137953" y="48040"/>
                  </a:lnTo>
                  <a:lnTo>
                    <a:pt x="132577" y="41548"/>
                  </a:lnTo>
                  <a:lnTo>
                    <a:pt x="128066" y="37653"/>
                  </a:lnTo>
                  <a:close/>
                </a:path>
                <a:path w="824229" h="262890">
                  <a:moveTo>
                    <a:pt x="253406" y="80500"/>
                  </a:moveTo>
                  <a:lnTo>
                    <a:pt x="212182" y="94620"/>
                  </a:lnTo>
                  <a:lnTo>
                    <a:pt x="186985" y="125619"/>
                  </a:lnTo>
                  <a:lnTo>
                    <a:pt x="177673" y="165761"/>
                  </a:lnTo>
                  <a:lnTo>
                    <a:pt x="177608" y="174958"/>
                  </a:lnTo>
                  <a:lnTo>
                    <a:pt x="178100" y="185061"/>
                  </a:lnTo>
                  <a:lnTo>
                    <a:pt x="194127" y="229896"/>
                  </a:lnTo>
                  <a:lnTo>
                    <a:pt x="226870" y="256249"/>
                  </a:lnTo>
                  <a:lnTo>
                    <a:pt x="258275" y="262274"/>
                  </a:lnTo>
                  <a:lnTo>
                    <a:pt x="267181" y="261950"/>
                  </a:lnTo>
                  <a:lnTo>
                    <a:pt x="307776" y="248560"/>
                  </a:lnTo>
                  <a:lnTo>
                    <a:pt x="311484" y="246369"/>
                  </a:lnTo>
                  <a:lnTo>
                    <a:pt x="259898" y="246369"/>
                  </a:lnTo>
                  <a:lnTo>
                    <a:pt x="250789" y="245801"/>
                  </a:lnTo>
                  <a:lnTo>
                    <a:pt x="214617" y="226244"/>
                  </a:lnTo>
                  <a:lnTo>
                    <a:pt x="197443" y="185466"/>
                  </a:lnTo>
                  <a:lnTo>
                    <a:pt x="197373" y="185061"/>
                  </a:lnTo>
                  <a:lnTo>
                    <a:pt x="196602" y="174958"/>
                  </a:lnTo>
                  <a:lnTo>
                    <a:pt x="319299" y="174958"/>
                  </a:lnTo>
                  <a:lnTo>
                    <a:pt x="319732" y="172577"/>
                  </a:lnTo>
                  <a:lnTo>
                    <a:pt x="319949" y="170305"/>
                  </a:lnTo>
                  <a:lnTo>
                    <a:pt x="319949" y="168141"/>
                  </a:lnTo>
                  <a:lnTo>
                    <a:pt x="320165" y="165761"/>
                  </a:lnTo>
                  <a:lnTo>
                    <a:pt x="320219" y="159701"/>
                  </a:lnTo>
                  <a:lnTo>
                    <a:pt x="196602" y="159701"/>
                  </a:lnTo>
                  <a:lnTo>
                    <a:pt x="197961" y="150024"/>
                  </a:lnTo>
                  <a:lnTo>
                    <a:pt x="215834" y="113284"/>
                  </a:lnTo>
                  <a:lnTo>
                    <a:pt x="253406" y="96730"/>
                  </a:lnTo>
                  <a:lnTo>
                    <a:pt x="297357" y="96730"/>
                  </a:lnTo>
                  <a:lnTo>
                    <a:pt x="296152" y="95492"/>
                  </a:lnTo>
                  <a:lnTo>
                    <a:pt x="289112" y="90238"/>
                  </a:lnTo>
                  <a:lnTo>
                    <a:pt x="281281" y="85977"/>
                  </a:lnTo>
                  <a:lnTo>
                    <a:pt x="272720" y="82934"/>
                  </a:lnTo>
                  <a:lnTo>
                    <a:pt x="263428" y="81108"/>
                  </a:lnTo>
                  <a:lnTo>
                    <a:pt x="253406" y="80500"/>
                  </a:lnTo>
                  <a:close/>
                </a:path>
                <a:path w="824229" h="262890">
                  <a:moveTo>
                    <a:pt x="305666" y="231437"/>
                  </a:moveTo>
                  <a:lnTo>
                    <a:pt x="269203" y="246369"/>
                  </a:lnTo>
                  <a:lnTo>
                    <a:pt x="311484" y="246369"/>
                  </a:lnTo>
                  <a:lnTo>
                    <a:pt x="312995" y="245476"/>
                  </a:lnTo>
                  <a:lnTo>
                    <a:pt x="313175" y="245476"/>
                  </a:lnTo>
                  <a:lnTo>
                    <a:pt x="305666" y="231437"/>
                  </a:lnTo>
                  <a:close/>
                </a:path>
                <a:path w="824229" h="262890">
                  <a:moveTo>
                    <a:pt x="297357" y="96730"/>
                  </a:moveTo>
                  <a:lnTo>
                    <a:pt x="253406" y="96730"/>
                  </a:lnTo>
                  <a:lnTo>
                    <a:pt x="264179" y="97724"/>
                  </a:lnTo>
                  <a:lnTo>
                    <a:pt x="273775" y="100706"/>
                  </a:lnTo>
                  <a:lnTo>
                    <a:pt x="299418" y="132354"/>
                  </a:lnTo>
                  <a:lnTo>
                    <a:pt x="302745" y="159701"/>
                  </a:lnTo>
                  <a:lnTo>
                    <a:pt x="320219" y="159701"/>
                  </a:lnTo>
                  <a:lnTo>
                    <a:pt x="312281" y="118153"/>
                  </a:lnTo>
                  <a:lnTo>
                    <a:pt x="312158" y="117828"/>
                  </a:lnTo>
                  <a:lnTo>
                    <a:pt x="307675" y="109287"/>
                  </a:lnTo>
                  <a:lnTo>
                    <a:pt x="302339" y="101842"/>
                  </a:lnTo>
                  <a:lnTo>
                    <a:pt x="297357" y="96730"/>
                  </a:lnTo>
                  <a:close/>
                </a:path>
                <a:path w="824229" h="262890">
                  <a:moveTo>
                    <a:pt x="432287" y="80500"/>
                  </a:moveTo>
                  <a:lnTo>
                    <a:pt x="392686" y="91211"/>
                  </a:lnTo>
                  <a:lnTo>
                    <a:pt x="363148" y="122373"/>
                  </a:lnTo>
                  <a:lnTo>
                    <a:pt x="352112" y="171712"/>
                  </a:lnTo>
                  <a:lnTo>
                    <a:pt x="352761" y="185487"/>
                  </a:lnTo>
                  <a:lnTo>
                    <a:pt x="368159" y="230200"/>
                  </a:lnTo>
                  <a:lnTo>
                    <a:pt x="399949" y="256249"/>
                  </a:lnTo>
                  <a:lnTo>
                    <a:pt x="430989" y="262274"/>
                  </a:lnTo>
                  <a:lnTo>
                    <a:pt x="439104" y="261889"/>
                  </a:lnTo>
                  <a:lnTo>
                    <a:pt x="479273" y="245720"/>
                  </a:lnTo>
                  <a:lnTo>
                    <a:pt x="432612" y="245720"/>
                  </a:lnTo>
                  <a:lnTo>
                    <a:pt x="423807" y="245152"/>
                  </a:lnTo>
                  <a:lnTo>
                    <a:pt x="388629" y="225432"/>
                  </a:lnTo>
                  <a:lnTo>
                    <a:pt x="372379" y="182423"/>
                  </a:lnTo>
                  <a:lnTo>
                    <a:pt x="371912" y="171712"/>
                  </a:lnTo>
                  <a:lnTo>
                    <a:pt x="372399" y="160878"/>
                  </a:lnTo>
                  <a:lnTo>
                    <a:pt x="389197" y="117747"/>
                  </a:lnTo>
                  <a:lnTo>
                    <a:pt x="424395" y="97642"/>
                  </a:lnTo>
                  <a:lnTo>
                    <a:pt x="431169" y="97176"/>
                  </a:lnTo>
                  <a:lnTo>
                    <a:pt x="477691" y="97176"/>
                  </a:lnTo>
                  <a:lnTo>
                    <a:pt x="473268" y="93889"/>
                  </a:lnTo>
                  <a:lnTo>
                    <a:pt x="440706" y="80905"/>
                  </a:lnTo>
                  <a:lnTo>
                    <a:pt x="432287" y="80500"/>
                  </a:lnTo>
                  <a:close/>
                </a:path>
                <a:path w="824229" h="262890">
                  <a:moveTo>
                    <a:pt x="477406" y="226569"/>
                  </a:moveTo>
                  <a:lnTo>
                    <a:pt x="471564" y="231978"/>
                  </a:lnTo>
                  <a:lnTo>
                    <a:pt x="464632" y="236631"/>
                  </a:lnTo>
                  <a:lnTo>
                    <a:pt x="449707" y="243880"/>
                  </a:lnTo>
                  <a:lnTo>
                    <a:pt x="441484" y="245720"/>
                  </a:lnTo>
                  <a:lnTo>
                    <a:pt x="479273" y="245720"/>
                  </a:lnTo>
                  <a:lnTo>
                    <a:pt x="480977" y="244543"/>
                  </a:lnTo>
                  <a:lnTo>
                    <a:pt x="486820" y="239877"/>
                  </a:lnTo>
                  <a:lnTo>
                    <a:pt x="477406" y="226569"/>
                  </a:lnTo>
                  <a:close/>
                </a:path>
                <a:path w="824229" h="262890">
                  <a:moveTo>
                    <a:pt x="477691" y="97176"/>
                  </a:moveTo>
                  <a:lnTo>
                    <a:pt x="441445" y="97176"/>
                  </a:lnTo>
                  <a:lnTo>
                    <a:pt x="448084" y="98785"/>
                  </a:lnTo>
                  <a:lnTo>
                    <a:pt x="454563" y="102349"/>
                  </a:lnTo>
                  <a:lnTo>
                    <a:pt x="460852" y="105494"/>
                  </a:lnTo>
                  <a:lnTo>
                    <a:pt x="466803" y="109605"/>
                  </a:lnTo>
                  <a:lnTo>
                    <a:pt x="472213" y="114582"/>
                  </a:lnTo>
                  <a:lnTo>
                    <a:pt x="482924" y="101598"/>
                  </a:lnTo>
                  <a:lnTo>
                    <a:pt x="478319" y="97642"/>
                  </a:lnTo>
                  <a:lnTo>
                    <a:pt x="477691" y="97176"/>
                  </a:lnTo>
                  <a:close/>
                </a:path>
                <a:path w="824229" h="262890">
                  <a:moveTo>
                    <a:pt x="626735" y="97054"/>
                  </a:moveTo>
                  <a:lnTo>
                    <a:pt x="583324" y="97054"/>
                  </a:lnTo>
                  <a:lnTo>
                    <a:pt x="591094" y="97541"/>
                  </a:lnTo>
                  <a:lnTo>
                    <a:pt x="597850" y="99002"/>
                  </a:lnTo>
                  <a:lnTo>
                    <a:pt x="620003" y="124645"/>
                  </a:lnTo>
                  <a:lnTo>
                    <a:pt x="622167" y="132435"/>
                  </a:lnTo>
                  <a:lnTo>
                    <a:pt x="623033" y="140658"/>
                  </a:lnTo>
                  <a:lnTo>
                    <a:pt x="622649" y="148341"/>
                  </a:lnTo>
                  <a:lnTo>
                    <a:pt x="622600" y="149314"/>
                  </a:lnTo>
                  <a:lnTo>
                    <a:pt x="573099" y="157754"/>
                  </a:lnTo>
                  <a:lnTo>
                    <a:pt x="527351" y="179056"/>
                  </a:lnTo>
                  <a:lnTo>
                    <a:pt x="512562" y="214234"/>
                  </a:lnTo>
                  <a:lnTo>
                    <a:pt x="512846" y="219427"/>
                  </a:lnTo>
                  <a:lnTo>
                    <a:pt x="512970" y="221679"/>
                  </a:lnTo>
                  <a:lnTo>
                    <a:pt x="512988" y="222004"/>
                  </a:lnTo>
                  <a:lnTo>
                    <a:pt x="537556" y="257081"/>
                  </a:lnTo>
                  <a:lnTo>
                    <a:pt x="562874" y="262274"/>
                  </a:lnTo>
                  <a:lnTo>
                    <a:pt x="571212" y="261787"/>
                  </a:lnTo>
                  <a:lnTo>
                    <a:pt x="609486" y="246044"/>
                  </a:lnTo>
                  <a:lnTo>
                    <a:pt x="566769" y="246044"/>
                  </a:lnTo>
                  <a:lnTo>
                    <a:pt x="560370" y="245639"/>
                  </a:lnTo>
                  <a:lnTo>
                    <a:pt x="559927" y="245639"/>
                  </a:lnTo>
                  <a:lnTo>
                    <a:pt x="553218" y="244259"/>
                  </a:lnTo>
                  <a:lnTo>
                    <a:pt x="531388" y="204388"/>
                  </a:lnTo>
                  <a:lnTo>
                    <a:pt x="534201" y="196706"/>
                  </a:lnTo>
                  <a:lnTo>
                    <a:pt x="568717" y="173659"/>
                  </a:lnTo>
                  <a:lnTo>
                    <a:pt x="606573" y="165260"/>
                  </a:lnTo>
                  <a:lnTo>
                    <a:pt x="622600" y="163272"/>
                  </a:lnTo>
                  <a:lnTo>
                    <a:pt x="641751" y="163272"/>
                  </a:lnTo>
                  <a:lnTo>
                    <a:pt x="641751" y="148341"/>
                  </a:lnTo>
                  <a:lnTo>
                    <a:pt x="633190" y="106386"/>
                  </a:lnTo>
                  <a:lnTo>
                    <a:pt x="629254" y="99976"/>
                  </a:lnTo>
                  <a:lnTo>
                    <a:pt x="626735" y="97054"/>
                  </a:lnTo>
                  <a:close/>
                </a:path>
                <a:path w="824229" h="262890">
                  <a:moveTo>
                    <a:pt x="641751" y="235982"/>
                  </a:moveTo>
                  <a:lnTo>
                    <a:pt x="624223" y="235982"/>
                  </a:lnTo>
                  <a:lnTo>
                    <a:pt x="626085" y="257081"/>
                  </a:lnTo>
                  <a:lnTo>
                    <a:pt x="626171" y="258054"/>
                  </a:lnTo>
                  <a:lnTo>
                    <a:pt x="641751" y="258054"/>
                  </a:lnTo>
                  <a:lnTo>
                    <a:pt x="641751" y="235982"/>
                  </a:lnTo>
                  <a:close/>
                </a:path>
                <a:path w="824229" h="262890">
                  <a:moveTo>
                    <a:pt x="641751" y="163272"/>
                  </a:moveTo>
                  <a:lnTo>
                    <a:pt x="622600" y="163272"/>
                  </a:lnTo>
                  <a:lnTo>
                    <a:pt x="622600" y="219427"/>
                  </a:lnTo>
                  <a:lnTo>
                    <a:pt x="615236" y="225676"/>
                  </a:lnTo>
                  <a:lnTo>
                    <a:pt x="580808" y="244421"/>
                  </a:lnTo>
                  <a:lnTo>
                    <a:pt x="566769" y="246044"/>
                  </a:lnTo>
                  <a:lnTo>
                    <a:pt x="609501" y="246044"/>
                  </a:lnTo>
                  <a:lnTo>
                    <a:pt x="616404" y="241175"/>
                  </a:lnTo>
                  <a:lnTo>
                    <a:pt x="622925" y="235982"/>
                  </a:lnTo>
                  <a:lnTo>
                    <a:pt x="641751" y="235982"/>
                  </a:lnTo>
                  <a:lnTo>
                    <a:pt x="641751" y="163272"/>
                  </a:lnTo>
                  <a:close/>
                </a:path>
                <a:path w="824229" h="262890">
                  <a:moveTo>
                    <a:pt x="585596" y="80500"/>
                  </a:moveTo>
                  <a:lnTo>
                    <a:pt x="578719" y="80743"/>
                  </a:lnTo>
                  <a:lnTo>
                    <a:pt x="572044" y="81473"/>
                  </a:lnTo>
                  <a:lnTo>
                    <a:pt x="565141" y="82772"/>
                  </a:lnTo>
                  <a:lnTo>
                    <a:pt x="565274" y="82772"/>
                  </a:lnTo>
                  <a:lnTo>
                    <a:pt x="559304" y="84395"/>
                  </a:lnTo>
                  <a:lnTo>
                    <a:pt x="520677" y="102897"/>
                  </a:lnTo>
                  <a:lnTo>
                    <a:pt x="528666" y="116638"/>
                  </a:lnTo>
                  <a:lnTo>
                    <a:pt x="528792" y="116855"/>
                  </a:lnTo>
                  <a:lnTo>
                    <a:pt x="567094" y="98758"/>
                  </a:lnTo>
                  <a:lnTo>
                    <a:pt x="574668" y="97541"/>
                  </a:lnTo>
                  <a:lnTo>
                    <a:pt x="573864" y="97541"/>
                  </a:lnTo>
                  <a:lnTo>
                    <a:pt x="583324" y="97054"/>
                  </a:lnTo>
                  <a:lnTo>
                    <a:pt x="626735" y="97054"/>
                  </a:lnTo>
                  <a:lnTo>
                    <a:pt x="624426" y="94376"/>
                  </a:lnTo>
                  <a:lnTo>
                    <a:pt x="618834" y="89697"/>
                  </a:lnTo>
                  <a:lnTo>
                    <a:pt x="612010" y="85612"/>
                  </a:lnTo>
                  <a:lnTo>
                    <a:pt x="604260" y="82772"/>
                  </a:lnTo>
                  <a:lnTo>
                    <a:pt x="595456" y="81068"/>
                  </a:lnTo>
                  <a:lnTo>
                    <a:pt x="585596" y="80500"/>
                  </a:lnTo>
                  <a:close/>
                </a:path>
                <a:path w="824229" h="262890">
                  <a:moveTo>
                    <a:pt x="720913" y="0"/>
                  </a:moveTo>
                  <a:lnTo>
                    <a:pt x="702086" y="0"/>
                  </a:lnTo>
                  <a:lnTo>
                    <a:pt x="702086" y="238903"/>
                  </a:lnTo>
                  <a:lnTo>
                    <a:pt x="719939" y="262274"/>
                  </a:lnTo>
                  <a:lnTo>
                    <a:pt x="728162" y="262274"/>
                  </a:lnTo>
                  <a:lnTo>
                    <a:pt x="730542" y="262058"/>
                  </a:lnTo>
                  <a:lnTo>
                    <a:pt x="732274" y="261625"/>
                  </a:lnTo>
                  <a:lnTo>
                    <a:pt x="736061" y="260759"/>
                  </a:lnTo>
                  <a:lnTo>
                    <a:pt x="737792" y="260327"/>
                  </a:lnTo>
                  <a:lnTo>
                    <a:pt x="734995" y="245720"/>
                  </a:lnTo>
                  <a:lnTo>
                    <a:pt x="726539" y="245720"/>
                  </a:lnTo>
                  <a:lnTo>
                    <a:pt x="724700" y="244854"/>
                  </a:lnTo>
                  <a:lnTo>
                    <a:pt x="723185" y="243123"/>
                  </a:lnTo>
                  <a:lnTo>
                    <a:pt x="721670" y="241175"/>
                  </a:lnTo>
                  <a:lnTo>
                    <a:pt x="720913" y="238254"/>
                  </a:lnTo>
                  <a:lnTo>
                    <a:pt x="720913" y="0"/>
                  </a:lnTo>
                  <a:close/>
                </a:path>
                <a:path w="824229" h="262890">
                  <a:moveTo>
                    <a:pt x="734870" y="245071"/>
                  </a:moveTo>
                  <a:lnTo>
                    <a:pt x="733139" y="245287"/>
                  </a:lnTo>
                  <a:lnTo>
                    <a:pt x="731841" y="245503"/>
                  </a:lnTo>
                  <a:lnTo>
                    <a:pt x="730975" y="245720"/>
                  </a:lnTo>
                  <a:lnTo>
                    <a:pt x="734995" y="245720"/>
                  </a:lnTo>
                  <a:lnTo>
                    <a:pt x="734870" y="245071"/>
                  </a:lnTo>
                  <a:close/>
                </a:path>
                <a:path w="824229" h="262890">
                  <a:moveTo>
                    <a:pt x="807134" y="0"/>
                  </a:moveTo>
                  <a:lnTo>
                    <a:pt x="788307" y="0"/>
                  </a:lnTo>
                  <a:lnTo>
                    <a:pt x="788307" y="238903"/>
                  </a:lnTo>
                  <a:lnTo>
                    <a:pt x="806160" y="262274"/>
                  </a:lnTo>
                  <a:lnTo>
                    <a:pt x="814383" y="262274"/>
                  </a:lnTo>
                  <a:lnTo>
                    <a:pt x="816764" y="262058"/>
                  </a:lnTo>
                  <a:lnTo>
                    <a:pt x="818495" y="261625"/>
                  </a:lnTo>
                  <a:lnTo>
                    <a:pt x="822282" y="260759"/>
                  </a:lnTo>
                  <a:lnTo>
                    <a:pt x="824013" y="260327"/>
                  </a:lnTo>
                  <a:lnTo>
                    <a:pt x="821216" y="245720"/>
                  </a:lnTo>
                  <a:lnTo>
                    <a:pt x="812760" y="245720"/>
                  </a:lnTo>
                  <a:lnTo>
                    <a:pt x="810921" y="244854"/>
                  </a:lnTo>
                  <a:lnTo>
                    <a:pt x="809406" y="243123"/>
                  </a:lnTo>
                  <a:lnTo>
                    <a:pt x="807891" y="241175"/>
                  </a:lnTo>
                  <a:lnTo>
                    <a:pt x="807134" y="238254"/>
                  </a:lnTo>
                  <a:lnTo>
                    <a:pt x="807134" y="0"/>
                  </a:lnTo>
                  <a:close/>
                </a:path>
                <a:path w="824229" h="262890">
                  <a:moveTo>
                    <a:pt x="821092" y="245071"/>
                  </a:moveTo>
                  <a:lnTo>
                    <a:pt x="819360" y="245287"/>
                  </a:lnTo>
                  <a:lnTo>
                    <a:pt x="818062" y="245503"/>
                  </a:lnTo>
                  <a:lnTo>
                    <a:pt x="817196" y="245720"/>
                  </a:lnTo>
                  <a:lnTo>
                    <a:pt x="821216" y="245720"/>
                  </a:lnTo>
                  <a:lnTo>
                    <a:pt x="821092" y="2450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09010" y="7974898"/>
              <a:ext cx="966886" cy="24929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99095" y="8676447"/>
              <a:ext cx="4664647" cy="24929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13507442" y="3717164"/>
            <a:ext cx="5748655" cy="5916295"/>
            <a:chOff x="13507442" y="3717164"/>
            <a:chExt cx="5748655" cy="5916295"/>
          </a:xfrm>
        </p:grpSpPr>
        <p:sp>
          <p:nvSpPr>
            <p:cNvPr id="20" name="object 20"/>
            <p:cNvSpPr/>
            <p:nvPr/>
          </p:nvSpPr>
          <p:spPr>
            <a:xfrm>
              <a:off x="13507442" y="3717164"/>
              <a:ext cx="5748655" cy="5916295"/>
            </a:xfrm>
            <a:custGeom>
              <a:avLst/>
              <a:gdLst/>
              <a:ahLst/>
              <a:cxnLst/>
              <a:rect l="l" t="t" r="r" b="b"/>
              <a:pathLst>
                <a:path w="5748655" h="5916295">
                  <a:moveTo>
                    <a:pt x="5591452" y="0"/>
                  </a:moveTo>
                  <a:lnTo>
                    <a:pt x="157063" y="0"/>
                  </a:lnTo>
                  <a:lnTo>
                    <a:pt x="107419" y="8007"/>
                  </a:lnTo>
                  <a:lnTo>
                    <a:pt x="64303" y="30304"/>
                  </a:lnTo>
                  <a:lnTo>
                    <a:pt x="30304" y="64303"/>
                  </a:lnTo>
                  <a:lnTo>
                    <a:pt x="8007" y="107419"/>
                  </a:lnTo>
                  <a:lnTo>
                    <a:pt x="0" y="157063"/>
                  </a:lnTo>
                  <a:lnTo>
                    <a:pt x="0" y="5758986"/>
                  </a:lnTo>
                  <a:lnTo>
                    <a:pt x="8007" y="5808630"/>
                  </a:lnTo>
                  <a:lnTo>
                    <a:pt x="30304" y="5851746"/>
                  </a:lnTo>
                  <a:lnTo>
                    <a:pt x="64303" y="5885746"/>
                  </a:lnTo>
                  <a:lnTo>
                    <a:pt x="107419" y="5908043"/>
                  </a:lnTo>
                  <a:lnTo>
                    <a:pt x="157063" y="5916050"/>
                  </a:lnTo>
                  <a:lnTo>
                    <a:pt x="5591452" y="5916050"/>
                  </a:lnTo>
                  <a:lnTo>
                    <a:pt x="5641096" y="5908043"/>
                  </a:lnTo>
                  <a:lnTo>
                    <a:pt x="5684212" y="5885746"/>
                  </a:lnTo>
                  <a:lnTo>
                    <a:pt x="5718211" y="5851746"/>
                  </a:lnTo>
                  <a:lnTo>
                    <a:pt x="5740508" y="5808630"/>
                  </a:lnTo>
                  <a:lnTo>
                    <a:pt x="5748516" y="5758986"/>
                  </a:lnTo>
                  <a:lnTo>
                    <a:pt x="5748516" y="157063"/>
                  </a:lnTo>
                  <a:lnTo>
                    <a:pt x="5740508" y="107419"/>
                  </a:lnTo>
                  <a:lnTo>
                    <a:pt x="5718211" y="64303"/>
                  </a:lnTo>
                  <a:lnTo>
                    <a:pt x="5684212" y="30304"/>
                  </a:lnTo>
                  <a:lnTo>
                    <a:pt x="5641096" y="8007"/>
                  </a:lnTo>
                  <a:lnTo>
                    <a:pt x="5591452" y="0"/>
                  </a:lnTo>
                  <a:close/>
                </a:path>
              </a:pathLst>
            </a:custGeom>
            <a:solidFill>
              <a:srgbClr val="282F3A">
                <a:alpha val="71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915797" y="5932391"/>
              <a:ext cx="4764405" cy="3073400"/>
            </a:xfrm>
            <a:custGeom>
              <a:avLst/>
              <a:gdLst/>
              <a:ahLst/>
              <a:cxnLst/>
              <a:rect l="l" t="t" r="r" b="b"/>
              <a:pathLst>
                <a:path w="4764405" h="3073400">
                  <a:moveTo>
                    <a:pt x="1657743" y="287743"/>
                  </a:moveTo>
                  <a:lnTo>
                    <a:pt x="1531670" y="287743"/>
                  </a:lnTo>
                  <a:lnTo>
                    <a:pt x="1531670" y="29311"/>
                  </a:lnTo>
                  <a:lnTo>
                    <a:pt x="1469682" y="29311"/>
                  </a:lnTo>
                  <a:lnTo>
                    <a:pt x="1469682" y="339674"/>
                  </a:lnTo>
                  <a:lnTo>
                    <a:pt x="1657743" y="339674"/>
                  </a:lnTo>
                  <a:lnTo>
                    <a:pt x="1657743" y="287743"/>
                  </a:lnTo>
                  <a:close/>
                </a:path>
                <a:path w="4764405" h="3073400">
                  <a:moveTo>
                    <a:pt x="1768360" y="105130"/>
                  </a:moveTo>
                  <a:lnTo>
                    <a:pt x="1706803" y="105130"/>
                  </a:lnTo>
                  <a:lnTo>
                    <a:pt x="1706803" y="339674"/>
                  </a:lnTo>
                  <a:lnTo>
                    <a:pt x="1768360" y="339674"/>
                  </a:lnTo>
                  <a:lnTo>
                    <a:pt x="1768360" y="105130"/>
                  </a:lnTo>
                  <a:close/>
                </a:path>
                <a:path w="4764405" h="3073400">
                  <a:moveTo>
                    <a:pt x="1773389" y="33502"/>
                  </a:moveTo>
                  <a:lnTo>
                    <a:pt x="1745195" y="571"/>
                  </a:lnTo>
                  <a:lnTo>
                    <a:pt x="1737791" y="0"/>
                  </a:lnTo>
                  <a:lnTo>
                    <a:pt x="1730044" y="571"/>
                  </a:lnTo>
                  <a:lnTo>
                    <a:pt x="1702193" y="33502"/>
                  </a:lnTo>
                  <a:lnTo>
                    <a:pt x="1702790" y="40855"/>
                  </a:lnTo>
                  <a:lnTo>
                    <a:pt x="1737791" y="67017"/>
                  </a:lnTo>
                  <a:lnTo>
                    <a:pt x="1745195" y="66459"/>
                  </a:lnTo>
                  <a:lnTo>
                    <a:pt x="1773389" y="33502"/>
                  </a:lnTo>
                  <a:close/>
                </a:path>
                <a:path w="4764405" h="3073400">
                  <a:moveTo>
                    <a:pt x="2044179" y="357263"/>
                  </a:moveTo>
                  <a:lnTo>
                    <a:pt x="2043404" y="349567"/>
                  </a:lnTo>
                  <a:lnTo>
                    <a:pt x="2043303" y="348475"/>
                  </a:lnTo>
                  <a:lnTo>
                    <a:pt x="2043176" y="347218"/>
                  </a:lnTo>
                  <a:lnTo>
                    <a:pt x="2043061" y="346100"/>
                  </a:lnTo>
                  <a:lnTo>
                    <a:pt x="2042998" y="345401"/>
                  </a:lnTo>
                  <a:lnTo>
                    <a:pt x="2042883" y="344284"/>
                  </a:lnTo>
                  <a:lnTo>
                    <a:pt x="2009101" y="307479"/>
                  </a:lnTo>
                  <a:lnTo>
                    <a:pt x="1985200" y="301675"/>
                  </a:lnTo>
                  <a:lnTo>
                    <a:pt x="1985200" y="360197"/>
                  </a:lnTo>
                  <a:lnTo>
                    <a:pt x="1985200" y="374713"/>
                  </a:lnTo>
                  <a:lnTo>
                    <a:pt x="1949919" y="399491"/>
                  </a:lnTo>
                  <a:lnTo>
                    <a:pt x="1925726" y="402082"/>
                  </a:lnTo>
                  <a:lnTo>
                    <a:pt x="1913610" y="401586"/>
                  </a:lnTo>
                  <a:lnTo>
                    <a:pt x="1873796" y="384594"/>
                  </a:lnTo>
                  <a:lnTo>
                    <a:pt x="1870024" y="371919"/>
                  </a:lnTo>
                  <a:lnTo>
                    <a:pt x="1870024" y="367004"/>
                  </a:lnTo>
                  <a:lnTo>
                    <a:pt x="1885099" y="344284"/>
                  </a:lnTo>
                  <a:lnTo>
                    <a:pt x="1889569" y="345401"/>
                  </a:lnTo>
                  <a:lnTo>
                    <a:pt x="1894319" y="346100"/>
                  </a:lnTo>
                  <a:lnTo>
                    <a:pt x="1899335" y="346379"/>
                  </a:lnTo>
                  <a:lnTo>
                    <a:pt x="1904365" y="346938"/>
                  </a:lnTo>
                  <a:lnTo>
                    <a:pt x="1910372" y="347218"/>
                  </a:lnTo>
                  <a:lnTo>
                    <a:pt x="1946249" y="347218"/>
                  </a:lnTo>
                  <a:lnTo>
                    <a:pt x="1955126" y="347472"/>
                  </a:lnTo>
                  <a:lnTo>
                    <a:pt x="1985200" y="360197"/>
                  </a:lnTo>
                  <a:lnTo>
                    <a:pt x="1985200" y="301675"/>
                  </a:lnTo>
                  <a:lnTo>
                    <a:pt x="1977212" y="300443"/>
                  </a:lnTo>
                  <a:lnTo>
                    <a:pt x="1978596" y="300443"/>
                  </a:lnTo>
                  <a:lnTo>
                    <a:pt x="1956727" y="299466"/>
                  </a:lnTo>
                  <a:lnTo>
                    <a:pt x="1916518" y="299466"/>
                  </a:lnTo>
                  <a:lnTo>
                    <a:pt x="1907006" y="299148"/>
                  </a:lnTo>
                  <a:lnTo>
                    <a:pt x="1879650" y="286486"/>
                  </a:lnTo>
                  <a:lnTo>
                    <a:pt x="1879650" y="275590"/>
                  </a:lnTo>
                  <a:lnTo>
                    <a:pt x="1880400" y="272135"/>
                  </a:lnTo>
                  <a:lnTo>
                    <a:pt x="1880489" y="271678"/>
                  </a:lnTo>
                  <a:lnTo>
                    <a:pt x="1882165" y="268897"/>
                  </a:lnTo>
                  <a:lnTo>
                    <a:pt x="1884121" y="265823"/>
                  </a:lnTo>
                  <a:lnTo>
                    <a:pt x="1886635" y="262890"/>
                  </a:lnTo>
                  <a:lnTo>
                    <a:pt x="1889709" y="260096"/>
                  </a:lnTo>
                  <a:lnTo>
                    <a:pt x="1895017" y="261772"/>
                  </a:lnTo>
                  <a:lnTo>
                    <a:pt x="1900313" y="263169"/>
                  </a:lnTo>
                  <a:lnTo>
                    <a:pt x="1905622" y="264287"/>
                  </a:lnTo>
                  <a:lnTo>
                    <a:pt x="1910930" y="265125"/>
                  </a:lnTo>
                  <a:lnTo>
                    <a:pt x="1915680" y="265544"/>
                  </a:lnTo>
                  <a:lnTo>
                    <a:pt x="1919859" y="265544"/>
                  </a:lnTo>
                  <a:lnTo>
                    <a:pt x="1965934" y="256743"/>
                  </a:lnTo>
                  <a:lnTo>
                    <a:pt x="1998599" y="230352"/>
                  </a:lnTo>
                  <a:lnTo>
                    <a:pt x="2010752" y="185966"/>
                  </a:lnTo>
                  <a:lnTo>
                    <a:pt x="2010752" y="178701"/>
                  </a:lnTo>
                  <a:lnTo>
                    <a:pt x="2009775" y="171996"/>
                  </a:lnTo>
                  <a:lnTo>
                    <a:pt x="2005863" y="159715"/>
                  </a:lnTo>
                  <a:lnTo>
                    <a:pt x="2003348" y="154546"/>
                  </a:lnTo>
                  <a:lnTo>
                    <a:pt x="2000275" y="150355"/>
                  </a:lnTo>
                  <a:lnTo>
                    <a:pt x="2040064" y="150355"/>
                  </a:lnTo>
                  <a:lnTo>
                    <a:pt x="2040064" y="141566"/>
                  </a:lnTo>
                  <a:lnTo>
                    <a:pt x="2040064" y="105130"/>
                  </a:lnTo>
                  <a:lnTo>
                    <a:pt x="1957146" y="105130"/>
                  </a:lnTo>
                  <a:lnTo>
                    <a:pt x="1957146" y="174650"/>
                  </a:lnTo>
                  <a:lnTo>
                    <a:pt x="1957146" y="193078"/>
                  </a:lnTo>
                  <a:lnTo>
                    <a:pt x="1955469" y="201041"/>
                  </a:lnTo>
                  <a:lnTo>
                    <a:pt x="1926844" y="227431"/>
                  </a:lnTo>
                  <a:lnTo>
                    <a:pt x="1913166" y="227431"/>
                  </a:lnTo>
                  <a:lnTo>
                    <a:pt x="1884959" y="201041"/>
                  </a:lnTo>
                  <a:lnTo>
                    <a:pt x="1883422" y="193078"/>
                  </a:lnTo>
                  <a:lnTo>
                    <a:pt x="1883422" y="174650"/>
                  </a:lnTo>
                  <a:lnTo>
                    <a:pt x="1901431" y="146596"/>
                  </a:lnTo>
                  <a:lnTo>
                    <a:pt x="1907019" y="143243"/>
                  </a:lnTo>
                  <a:lnTo>
                    <a:pt x="1913166" y="141566"/>
                  </a:lnTo>
                  <a:lnTo>
                    <a:pt x="1926844" y="141566"/>
                  </a:lnTo>
                  <a:lnTo>
                    <a:pt x="1933130" y="143243"/>
                  </a:lnTo>
                  <a:lnTo>
                    <a:pt x="1938705" y="146596"/>
                  </a:lnTo>
                  <a:lnTo>
                    <a:pt x="1944293" y="149656"/>
                  </a:lnTo>
                  <a:lnTo>
                    <a:pt x="1948764" y="154406"/>
                  </a:lnTo>
                  <a:lnTo>
                    <a:pt x="1952117" y="160832"/>
                  </a:lnTo>
                  <a:lnTo>
                    <a:pt x="1955469" y="166979"/>
                  </a:lnTo>
                  <a:lnTo>
                    <a:pt x="1957146" y="174650"/>
                  </a:lnTo>
                  <a:lnTo>
                    <a:pt x="1957146" y="105130"/>
                  </a:lnTo>
                  <a:lnTo>
                    <a:pt x="1955888" y="105130"/>
                  </a:lnTo>
                  <a:lnTo>
                    <a:pt x="1950859" y="103454"/>
                  </a:lnTo>
                  <a:lnTo>
                    <a:pt x="1945271" y="102057"/>
                  </a:lnTo>
                  <a:lnTo>
                    <a:pt x="1933498" y="99860"/>
                  </a:lnTo>
                  <a:lnTo>
                    <a:pt x="1933765" y="99860"/>
                  </a:lnTo>
                  <a:lnTo>
                    <a:pt x="1926844" y="99263"/>
                  </a:lnTo>
                  <a:lnTo>
                    <a:pt x="1919859" y="99263"/>
                  </a:lnTo>
                  <a:lnTo>
                    <a:pt x="1873796" y="108889"/>
                  </a:lnTo>
                  <a:lnTo>
                    <a:pt x="1838604" y="137375"/>
                  </a:lnTo>
                  <a:lnTo>
                    <a:pt x="1825625" y="183870"/>
                  </a:lnTo>
                  <a:lnTo>
                    <a:pt x="1826171" y="193078"/>
                  </a:lnTo>
                  <a:lnTo>
                    <a:pt x="1826221" y="194030"/>
                  </a:lnTo>
                  <a:lnTo>
                    <a:pt x="1845525" y="234861"/>
                  </a:lnTo>
                  <a:lnTo>
                    <a:pt x="1857032" y="245440"/>
                  </a:lnTo>
                  <a:lnTo>
                    <a:pt x="1857032" y="247116"/>
                  </a:lnTo>
                  <a:lnTo>
                    <a:pt x="1832952" y="278104"/>
                  </a:lnTo>
                  <a:lnTo>
                    <a:pt x="1831073" y="290664"/>
                  </a:lnTo>
                  <a:lnTo>
                    <a:pt x="1831073" y="300443"/>
                  </a:lnTo>
                  <a:lnTo>
                    <a:pt x="1852434" y="330454"/>
                  </a:lnTo>
                  <a:lnTo>
                    <a:pt x="1852434" y="332549"/>
                  </a:lnTo>
                  <a:lnTo>
                    <a:pt x="1823707" y="360197"/>
                  </a:lnTo>
                  <a:lnTo>
                    <a:pt x="1823631" y="360324"/>
                  </a:lnTo>
                  <a:lnTo>
                    <a:pt x="1821014" y="367004"/>
                  </a:lnTo>
                  <a:lnTo>
                    <a:pt x="1819452" y="373938"/>
                  </a:lnTo>
                  <a:lnTo>
                    <a:pt x="1819109" y="378650"/>
                  </a:lnTo>
                  <a:lnTo>
                    <a:pt x="1818982" y="380301"/>
                  </a:lnTo>
                  <a:lnTo>
                    <a:pt x="1818919" y="381139"/>
                  </a:lnTo>
                  <a:lnTo>
                    <a:pt x="1819605" y="389750"/>
                  </a:lnTo>
                  <a:lnTo>
                    <a:pt x="1819706" y="391109"/>
                  </a:lnTo>
                  <a:lnTo>
                    <a:pt x="1846783" y="426681"/>
                  </a:lnTo>
                  <a:lnTo>
                    <a:pt x="1890229" y="439775"/>
                  </a:lnTo>
                  <a:lnTo>
                    <a:pt x="1916518" y="441452"/>
                  </a:lnTo>
                  <a:lnTo>
                    <a:pt x="1935340" y="440740"/>
                  </a:lnTo>
                  <a:lnTo>
                    <a:pt x="1983943" y="430149"/>
                  </a:lnTo>
                  <a:lnTo>
                    <a:pt x="2019757" y="409333"/>
                  </a:lnTo>
                  <a:lnTo>
                    <a:pt x="2026729" y="402082"/>
                  </a:lnTo>
                  <a:lnTo>
                    <a:pt x="2028342" y="400405"/>
                  </a:lnTo>
                  <a:lnTo>
                    <a:pt x="2035302" y="390855"/>
                  </a:lnTo>
                  <a:lnTo>
                    <a:pt x="2040280" y="380619"/>
                  </a:lnTo>
                  <a:lnTo>
                    <a:pt x="2043264" y="369697"/>
                  </a:lnTo>
                  <a:lnTo>
                    <a:pt x="2044065" y="360324"/>
                  </a:lnTo>
                  <a:lnTo>
                    <a:pt x="2044179" y="357263"/>
                  </a:lnTo>
                  <a:close/>
                </a:path>
                <a:path w="4764405" h="3073400">
                  <a:moveTo>
                    <a:pt x="2288717" y="193497"/>
                  </a:moveTo>
                  <a:lnTo>
                    <a:pt x="2284425" y="154025"/>
                  </a:lnTo>
                  <a:lnTo>
                    <a:pt x="2261654" y="113398"/>
                  </a:lnTo>
                  <a:lnTo>
                    <a:pt x="2216264" y="99263"/>
                  </a:lnTo>
                  <a:lnTo>
                    <a:pt x="2204694" y="99923"/>
                  </a:lnTo>
                  <a:lnTo>
                    <a:pt x="2165642" y="115150"/>
                  </a:lnTo>
                  <a:lnTo>
                    <a:pt x="2142553" y="133604"/>
                  </a:lnTo>
                  <a:lnTo>
                    <a:pt x="2145487" y="89623"/>
                  </a:lnTo>
                  <a:lnTo>
                    <a:pt x="2145487" y="5448"/>
                  </a:lnTo>
                  <a:lnTo>
                    <a:pt x="2083917" y="5448"/>
                  </a:lnTo>
                  <a:lnTo>
                    <a:pt x="2083917" y="339674"/>
                  </a:lnTo>
                  <a:lnTo>
                    <a:pt x="2145487" y="339674"/>
                  </a:lnTo>
                  <a:lnTo>
                    <a:pt x="2145487" y="178422"/>
                  </a:lnTo>
                  <a:lnTo>
                    <a:pt x="2151811" y="172326"/>
                  </a:lnTo>
                  <a:lnTo>
                    <a:pt x="2187156" y="152450"/>
                  </a:lnTo>
                  <a:lnTo>
                    <a:pt x="2194064" y="152031"/>
                  </a:lnTo>
                  <a:lnTo>
                    <a:pt x="2202230" y="152717"/>
                  </a:lnTo>
                  <a:lnTo>
                    <a:pt x="2226653" y="188442"/>
                  </a:lnTo>
                  <a:lnTo>
                    <a:pt x="2227161" y="201041"/>
                  </a:lnTo>
                  <a:lnTo>
                    <a:pt x="2227161" y="339674"/>
                  </a:lnTo>
                  <a:lnTo>
                    <a:pt x="2288717" y="339674"/>
                  </a:lnTo>
                  <a:lnTo>
                    <a:pt x="2288717" y="193497"/>
                  </a:lnTo>
                  <a:close/>
                </a:path>
                <a:path w="4764405" h="3073400">
                  <a:moveTo>
                    <a:pt x="2487523" y="336740"/>
                  </a:moveTo>
                  <a:lnTo>
                    <a:pt x="2478227" y="296951"/>
                  </a:lnTo>
                  <a:lnTo>
                    <a:pt x="2477046" y="291922"/>
                  </a:lnTo>
                  <a:lnTo>
                    <a:pt x="2473985" y="293039"/>
                  </a:lnTo>
                  <a:lnTo>
                    <a:pt x="2470353" y="294157"/>
                  </a:lnTo>
                  <a:lnTo>
                    <a:pt x="2461971" y="296392"/>
                  </a:lnTo>
                  <a:lnTo>
                    <a:pt x="2457920" y="296951"/>
                  </a:lnTo>
                  <a:lnTo>
                    <a:pt x="2454021" y="296951"/>
                  </a:lnTo>
                  <a:lnTo>
                    <a:pt x="2447239" y="296392"/>
                  </a:lnTo>
                  <a:lnTo>
                    <a:pt x="2446871" y="296392"/>
                  </a:lnTo>
                  <a:lnTo>
                    <a:pt x="2422283" y="266979"/>
                  </a:lnTo>
                  <a:lnTo>
                    <a:pt x="2421763" y="153708"/>
                  </a:lnTo>
                  <a:lnTo>
                    <a:pt x="2479979" y="153708"/>
                  </a:lnTo>
                  <a:lnTo>
                    <a:pt x="2479979" y="105130"/>
                  </a:lnTo>
                  <a:lnTo>
                    <a:pt x="2421763" y="105130"/>
                  </a:lnTo>
                  <a:lnTo>
                    <a:pt x="2421763" y="41884"/>
                  </a:lnTo>
                  <a:lnTo>
                    <a:pt x="2371090" y="41884"/>
                  </a:lnTo>
                  <a:lnTo>
                    <a:pt x="2363965" y="105130"/>
                  </a:lnTo>
                  <a:lnTo>
                    <a:pt x="2327529" y="108064"/>
                  </a:lnTo>
                  <a:lnTo>
                    <a:pt x="2327529" y="153708"/>
                  </a:lnTo>
                  <a:lnTo>
                    <a:pt x="2360612" y="153708"/>
                  </a:lnTo>
                  <a:lnTo>
                    <a:pt x="2360612" y="258000"/>
                  </a:lnTo>
                  <a:lnTo>
                    <a:pt x="2361082" y="270598"/>
                  </a:lnTo>
                  <a:lnTo>
                    <a:pt x="2362441" y="281851"/>
                  </a:lnTo>
                  <a:lnTo>
                    <a:pt x="2362504" y="282397"/>
                  </a:lnTo>
                  <a:lnTo>
                    <a:pt x="2364778" y="293039"/>
                  </a:lnTo>
                  <a:lnTo>
                    <a:pt x="2384882" y="328472"/>
                  </a:lnTo>
                  <a:lnTo>
                    <a:pt x="2424519" y="344855"/>
                  </a:lnTo>
                  <a:lnTo>
                    <a:pt x="2437676" y="345541"/>
                  </a:lnTo>
                  <a:lnTo>
                    <a:pt x="2445220" y="345351"/>
                  </a:lnTo>
                  <a:lnTo>
                    <a:pt x="2451658" y="344855"/>
                  </a:lnTo>
                  <a:lnTo>
                    <a:pt x="2451963" y="344855"/>
                  </a:lnTo>
                  <a:lnTo>
                    <a:pt x="2459037" y="343890"/>
                  </a:lnTo>
                  <a:lnTo>
                    <a:pt x="2465324" y="342607"/>
                  </a:lnTo>
                  <a:lnTo>
                    <a:pt x="2473706" y="340652"/>
                  </a:lnTo>
                  <a:lnTo>
                    <a:pt x="2481097" y="338696"/>
                  </a:lnTo>
                  <a:lnTo>
                    <a:pt x="2487523" y="336740"/>
                  </a:lnTo>
                  <a:close/>
                </a:path>
                <a:path w="4764405" h="3073400">
                  <a:moveTo>
                    <a:pt x="2763494" y="248373"/>
                  </a:moveTo>
                  <a:lnTo>
                    <a:pt x="2762504" y="234073"/>
                  </a:lnTo>
                  <a:lnTo>
                    <a:pt x="2762478" y="233680"/>
                  </a:lnTo>
                  <a:lnTo>
                    <a:pt x="2759405" y="220624"/>
                  </a:lnTo>
                  <a:lnTo>
                    <a:pt x="2728620" y="184073"/>
                  </a:lnTo>
                  <a:lnTo>
                    <a:pt x="2705697" y="175069"/>
                  </a:lnTo>
                  <a:lnTo>
                    <a:pt x="2705697" y="173393"/>
                  </a:lnTo>
                  <a:lnTo>
                    <a:pt x="2729992" y="155803"/>
                  </a:lnTo>
                  <a:lnTo>
                    <a:pt x="2732659" y="152476"/>
                  </a:lnTo>
                  <a:lnTo>
                    <a:pt x="2747657" y="113055"/>
                  </a:lnTo>
                  <a:lnTo>
                    <a:pt x="2748000" y="105968"/>
                  </a:lnTo>
                  <a:lnTo>
                    <a:pt x="2747048" y="92278"/>
                  </a:lnTo>
                  <a:lnTo>
                    <a:pt x="2744228" y="80098"/>
                  </a:lnTo>
                  <a:lnTo>
                    <a:pt x="2742882" y="77063"/>
                  </a:lnTo>
                  <a:lnTo>
                    <a:pt x="2739517" y="69443"/>
                  </a:lnTo>
                  <a:lnTo>
                    <a:pt x="2704808" y="40601"/>
                  </a:lnTo>
                  <a:lnTo>
                    <a:pt x="2703182" y="40043"/>
                  </a:lnTo>
                  <a:lnTo>
                    <a:pt x="2703182" y="244602"/>
                  </a:lnTo>
                  <a:lnTo>
                    <a:pt x="2702128" y="255955"/>
                  </a:lnTo>
                  <a:lnTo>
                    <a:pt x="2677287" y="285572"/>
                  </a:lnTo>
                  <a:lnTo>
                    <a:pt x="2638260" y="291922"/>
                  </a:lnTo>
                  <a:lnTo>
                    <a:pt x="2595118" y="291922"/>
                  </a:lnTo>
                  <a:lnTo>
                    <a:pt x="2595118" y="201460"/>
                  </a:lnTo>
                  <a:lnTo>
                    <a:pt x="2638260" y="201460"/>
                  </a:lnTo>
                  <a:lnTo>
                    <a:pt x="2677287" y="207352"/>
                  </a:lnTo>
                  <a:lnTo>
                    <a:pt x="2703182" y="244602"/>
                  </a:lnTo>
                  <a:lnTo>
                    <a:pt x="2703182" y="40043"/>
                  </a:lnTo>
                  <a:lnTo>
                    <a:pt x="2692704" y="36436"/>
                  </a:lnTo>
                  <a:lnTo>
                    <a:pt x="2687688" y="35242"/>
                  </a:lnTo>
                  <a:lnTo>
                    <a:pt x="2687688" y="115176"/>
                  </a:lnTo>
                  <a:lnTo>
                    <a:pt x="2686850" y="123952"/>
                  </a:lnTo>
                  <a:lnTo>
                    <a:pt x="2656903" y="153085"/>
                  </a:lnTo>
                  <a:lnTo>
                    <a:pt x="2631554" y="155803"/>
                  </a:lnTo>
                  <a:lnTo>
                    <a:pt x="2595118" y="155803"/>
                  </a:lnTo>
                  <a:lnTo>
                    <a:pt x="2595118" y="77063"/>
                  </a:lnTo>
                  <a:lnTo>
                    <a:pt x="2631973" y="77063"/>
                  </a:lnTo>
                  <a:lnTo>
                    <a:pt x="2673858" y="85864"/>
                  </a:lnTo>
                  <a:lnTo>
                    <a:pt x="2687688" y="115176"/>
                  </a:lnTo>
                  <a:lnTo>
                    <a:pt x="2687688" y="35242"/>
                  </a:lnTo>
                  <a:lnTo>
                    <a:pt x="2679725" y="33324"/>
                  </a:lnTo>
                  <a:lnTo>
                    <a:pt x="2665907" y="31102"/>
                  </a:lnTo>
                  <a:lnTo>
                    <a:pt x="2651239" y="29756"/>
                  </a:lnTo>
                  <a:lnTo>
                    <a:pt x="2635745" y="29311"/>
                  </a:lnTo>
                  <a:lnTo>
                    <a:pt x="2533129" y="29311"/>
                  </a:lnTo>
                  <a:lnTo>
                    <a:pt x="2533129" y="339674"/>
                  </a:lnTo>
                  <a:lnTo>
                    <a:pt x="2643708" y="339674"/>
                  </a:lnTo>
                  <a:lnTo>
                    <a:pt x="2690977" y="334251"/>
                  </a:lnTo>
                  <a:lnTo>
                    <a:pt x="2729153" y="317474"/>
                  </a:lnTo>
                  <a:lnTo>
                    <a:pt x="2752648" y="291922"/>
                  </a:lnTo>
                  <a:lnTo>
                    <a:pt x="2754452" y="289102"/>
                  </a:lnTo>
                  <a:lnTo>
                    <a:pt x="2754541" y="288963"/>
                  </a:lnTo>
                  <a:lnTo>
                    <a:pt x="2759519" y="276745"/>
                  </a:lnTo>
                  <a:lnTo>
                    <a:pt x="2762504" y="263207"/>
                  </a:lnTo>
                  <a:lnTo>
                    <a:pt x="2763494" y="248373"/>
                  </a:lnTo>
                  <a:close/>
                </a:path>
                <a:path w="4764405" h="3073400">
                  <a:moveTo>
                    <a:pt x="3052343" y="168376"/>
                  </a:moveTo>
                  <a:lnTo>
                    <a:pt x="2941777" y="168376"/>
                  </a:lnTo>
                  <a:lnTo>
                    <a:pt x="2941777" y="219049"/>
                  </a:lnTo>
                  <a:lnTo>
                    <a:pt x="2996641" y="219049"/>
                  </a:lnTo>
                  <a:lnTo>
                    <a:pt x="2996641" y="280200"/>
                  </a:lnTo>
                  <a:lnTo>
                    <a:pt x="2965653" y="291922"/>
                  </a:lnTo>
                  <a:lnTo>
                    <a:pt x="2958109" y="291922"/>
                  </a:lnTo>
                  <a:lnTo>
                    <a:pt x="2918295" y="284619"/>
                  </a:lnTo>
                  <a:lnTo>
                    <a:pt x="2882303" y="253339"/>
                  </a:lnTo>
                  <a:lnTo>
                    <a:pt x="2868904" y="215379"/>
                  </a:lnTo>
                  <a:lnTo>
                    <a:pt x="2866390" y="183870"/>
                  </a:lnTo>
                  <a:lnTo>
                    <a:pt x="2867037" y="168376"/>
                  </a:lnTo>
                  <a:lnTo>
                    <a:pt x="2877274" y="126492"/>
                  </a:lnTo>
                  <a:lnTo>
                    <a:pt x="2907855" y="90043"/>
                  </a:lnTo>
                  <a:lnTo>
                    <a:pt x="2953499" y="77063"/>
                  </a:lnTo>
                  <a:lnTo>
                    <a:pt x="2965754" y="77635"/>
                  </a:lnTo>
                  <a:lnTo>
                    <a:pt x="2964205" y="77635"/>
                  </a:lnTo>
                  <a:lnTo>
                    <a:pt x="2972663" y="78943"/>
                  </a:lnTo>
                  <a:lnTo>
                    <a:pt x="3008211" y="97802"/>
                  </a:lnTo>
                  <a:lnTo>
                    <a:pt x="3014230" y="103035"/>
                  </a:lnTo>
                  <a:lnTo>
                    <a:pt x="3036062" y="77063"/>
                  </a:lnTo>
                  <a:lnTo>
                    <a:pt x="3047327" y="63665"/>
                  </a:lnTo>
                  <a:lnTo>
                    <a:pt x="3039237" y="56311"/>
                  </a:lnTo>
                  <a:lnTo>
                    <a:pt x="3030042" y="49314"/>
                  </a:lnTo>
                  <a:lnTo>
                    <a:pt x="2996019" y="30937"/>
                  </a:lnTo>
                  <a:lnTo>
                    <a:pt x="2951403" y="23876"/>
                  </a:lnTo>
                  <a:lnTo>
                    <a:pt x="2933827" y="24663"/>
                  </a:lnTo>
                  <a:lnTo>
                    <a:pt x="2935414" y="24663"/>
                  </a:lnTo>
                  <a:lnTo>
                    <a:pt x="2921457" y="26593"/>
                  </a:lnTo>
                  <a:lnTo>
                    <a:pt x="2880601" y="40830"/>
                  </a:lnTo>
                  <a:lnTo>
                    <a:pt x="2846286" y="66598"/>
                  </a:lnTo>
                  <a:lnTo>
                    <a:pt x="2820530" y="103035"/>
                  </a:lnTo>
                  <a:lnTo>
                    <a:pt x="2820441" y="103187"/>
                  </a:lnTo>
                  <a:lnTo>
                    <a:pt x="2805544" y="149631"/>
                  </a:lnTo>
                  <a:lnTo>
                    <a:pt x="2802725" y="185966"/>
                  </a:lnTo>
                  <a:lnTo>
                    <a:pt x="2803956" y="210731"/>
                  </a:lnTo>
                  <a:lnTo>
                    <a:pt x="2813799" y="254279"/>
                  </a:lnTo>
                  <a:lnTo>
                    <a:pt x="2833116" y="289801"/>
                  </a:lnTo>
                  <a:lnTo>
                    <a:pt x="2875597" y="327113"/>
                  </a:lnTo>
                  <a:lnTo>
                    <a:pt x="2911513" y="340931"/>
                  </a:lnTo>
                  <a:lnTo>
                    <a:pt x="2951403" y="345541"/>
                  </a:lnTo>
                  <a:lnTo>
                    <a:pt x="2967164" y="344855"/>
                  </a:lnTo>
                  <a:lnTo>
                    <a:pt x="3010052" y="334645"/>
                  </a:lnTo>
                  <a:lnTo>
                    <a:pt x="3043732" y="315722"/>
                  </a:lnTo>
                  <a:lnTo>
                    <a:pt x="3052343" y="308267"/>
                  </a:lnTo>
                  <a:lnTo>
                    <a:pt x="3052343" y="291922"/>
                  </a:lnTo>
                  <a:lnTo>
                    <a:pt x="3052343" y="168376"/>
                  </a:lnTo>
                  <a:close/>
                </a:path>
                <a:path w="4764405" h="3073400">
                  <a:moveTo>
                    <a:pt x="3399891" y="29311"/>
                  </a:moveTo>
                  <a:lnTo>
                    <a:pt x="3331210" y="29311"/>
                  </a:lnTo>
                  <a:lnTo>
                    <a:pt x="3279267" y="175069"/>
                  </a:lnTo>
                  <a:lnTo>
                    <a:pt x="3277146" y="182092"/>
                  </a:lnTo>
                  <a:lnTo>
                    <a:pt x="3270478" y="204393"/>
                  </a:lnTo>
                  <a:lnTo>
                    <a:pt x="3268141" y="211899"/>
                  </a:lnTo>
                  <a:lnTo>
                    <a:pt x="3265767" y="219367"/>
                  </a:lnTo>
                  <a:lnTo>
                    <a:pt x="3263328" y="226771"/>
                  </a:lnTo>
                  <a:lnTo>
                    <a:pt x="3260839" y="234124"/>
                  </a:lnTo>
                  <a:lnTo>
                    <a:pt x="3258743" y="234124"/>
                  </a:lnTo>
                  <a:lnTo>
                    <a:pt x="3256445" y="226771"/>
                  </a:lnTo>
                  <a:lnTo>
                    <a:pt x="3251835" y="211899"/>
                  </a:lnTo>
                  <a:lnTo>
                    <a:pt x="3247199" y="196748"/>
                  </a:lnTo>
                  <a:lnTo>
                    <a:pt x="3244824" y="189306"/>
                  </a:lnTo>
                  <a:lnTo>
                    <a:pt x="3242386" y="182092"/>
                  </a:lnTo>
                  <a:lnTo>
                    <a:pt x="3239897" y="175069"/>
                  </a:lnTo>
                  <a:lnTo>
                    <a:pt x="3215792" y="108483"/>
                  </a:lnTo>
                  <a:lnTo>
                    <a:pt x="3187128" y="29311"/>
                  </a:lnTo>
                  <a:lnTo>
                    <a:pt x="3118434" y="29311"/>
                  </a:lnTo>
                  <a:lnTo>
                    <a:pt x="3118434" y="339674"/>
                  </a:lnTo>
                  <a:lnTo>
                    <a:pt x="3174149" y="339674"/>
                  </a:lnTo>
                  <a:lnTo>
                    <a:pt x="3174034" y="202526"/>
                  </a:lnTo>
                  <a:lnTo>
                    <a:pt x="3172472" y="177165"/>
                  </a:lnTo>
                  <a:lnTo>
                    <a:pt x="3171812" y="168160"/>
                  </a:lnTo>
                  <a:lnTo>
                    <a:pt x="3167862" y="123761"/>
                  </a:lnTo>
                  <a:lnTo>
                    <a:pt x="3166186" y="108483"/>
                  </a:lnTo>
                  <a:lnTo>
                    <a:pt x="3167862" y="108483"/>
                  </a:lnTo>
                  <a:lnTo>
                    <a:pt x="3192576" y="181356"/>
                  </a:lnTo>
                  <a:lnTo>
                    <a:pt x="3240735" y="311607"/>
                  </a:lnTo>
                  <a:lnTo>
                    <a:pt x="3276346" y="311607"/>
                  </a:lnTo>
                  <a:lnTo>
                    <a:pt x="3304743" y="234124"/>
                  </a:lnTo>
                  <a:lnTo>
                    <a:pt x="3324085" y="181356"/>
                  </a:lnTo>
                  <a:lnTo>
                    <a:pt x="3349637" y="108483"/>
                  </a:lnTo>
                  <a:lnTo>
                    <a:pt x="3351314" y="108483"/>
                  </a:lnTo>
                  <a:lnTo>
                    <a:pt x="3347542" y="141147"/>
                  </a:lnTo>
                  <a:lnTo>
                    <a:pt x="3346729" y="150152"/>
                  </a:lnTo>
                  <a:lnTo>
                    <a:pt x="3343668" y="194437"/>
                  </a:lnTo>
                  <a:lnTo>
                    <a:pt x="3343351" y="339674"/>
                  </a:lnTo>
                  <a:lnTo>
                    <a:pt x="3399891" y="339674"/>
                  </a:lnTo>
                  <a:lnTo>
                    <a:pt x="3399891" y="108483"/>
                  </a:lnTo>
                  <a:lnTo>
                    <a:pt x="3399891" y="29311"/>
                  </a:lnTo>
                  <a:close/>
                </a:path>
                <a:path w="4764405" h="3073400">
                  <a:moveTo>
                    <a:pt x="4764252" y="3067875"/>
                  </a:moveTo>
                  <a:lnTo>
                    <a:pt x="0" y="3067875"/>
                  </a:lnTo>
                  <a:lnTo>
                    <a:pt x="0" y="3070415"/>
                  </a:lnTo>
                  <a:lnTo>
                    <a:pt x="0" y="3072955"/>
                  </a:lnTo>
                  <a:lnTo>
                    <a:pt x="4764252" y="3072955"/>
                  </a:lnTo>
                  <a:lnTo>
                    <a:pt x="4764252" y="3070415"/>
                  </a:lnTo>
                  <a:lnTo>
                    <a:pt x="4764252" y="3067875"/>
                  </a:lnTo>
                  <a:close/>
                </a:path>
                <a:path w="4764405" h="3073400">
                  <a:moveTo>
                    <a:pt x="4764252" y="2366327"/>
                  </a:moveTo>
                  <a:lnTo>
                    <a:pt x="0" y="2366327"/>
                  </a:lnTo>
                  <a:lnTo>
                    <a:pt x="0" y="2368867"/>
                  </a:lnTo>
                  <a:lnTo>
                    <a:pt x="0" y="2371407"/>
                  </a:lnTo>
                  <a:lnTo>
                    <a:pt x="4764252" y="2371407"/>
                  </a:lnTo>
                  <a:lnTo>
                    <a:pt x="4764252" y="2368867"/>
                  </a:lnTo>
                  <a:lnTo>
                    <a:pt x="4764252" y="2366327"/>
                  </a:lnTo>
                  <a:close/>
                </a:path>
                <a:path w="4764405" h="3073400">
                  <a:moveTo>
                    <a:pt x="4764252" y="1643837"/>
                  </a:moveTo>
                  <a:lnTo>
                    <a:pt x="0" y="1643837"/>
                  </a:lnTo>
                  <a:lnTo>
                    <a:pt x="0" y="1646377"/>
                  </a:lnTo>
                  <a:lnTo>
                    <a:pt x="0" y="1648917"/>
                  </a:lnTo>
                  <a:lnTo>
                    <a:pt x="4764252" y="1648917"/>
                  </a:lnTo>
                  <a:lnTo>
                    <a:pt x="4764252" y="1646377"/>
                  </a:lnTo>
                  <a:lnTo>
                    <a:pt x="4764252" y="16438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948915" y="7237391"/>
              <a:ext cx="4682855" cy="25383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950214" y="7961590"/>
              <a:ext cx="4683459" cy="2625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950214" y="8676447"/>
              <a:ext cx="4657879" cy="249290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381913" y="4062703"/>
            <a:ext cx="1612516" cy="158110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591149" y="4052232"/>
            <a:ext cx="1602045" cy="1486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067" y="1811076"/>
            <a:ext cx="18460720" cy="73660"/>
          </a:xfrm>
          <a:custGeom>
            <a:avLst/>
            <a:gdLst/>
            <a:ahLst/>
            <a:cxnLst/>
            <a:rect l="l" t="t" r="r" b="b"/>
            <a:pathLst>
              <a:path w="18460720" h="73660">
                <a:moveTo>
                  <a:pt x="18460250" y="41910"/>
                </a:moveTo>
                <a:lnTo>
                  <a:pt x="18460212" y="21590"/>
                </a:lnTo>
                <a:lnTo>
                  <a:pt x="18460174" y="0"/>
                </a:lnTo>
                <a:lnTo>
                  <a:pt x="0" y="31419"/>
                </a:lnTo>
                <a:lnTo>
                  <a:pt x="38" y="53009"/>
                </a:lnTo>
                <a:lnTo>
                  <a:pt x="63" y="73329"/>
                </a:lnTo>
                <a:lnTo>
                  <a:pt x="18460250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597" y="1073684"/>
            <a:ext cx="5990953" cy="6006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45670" y="3120323"/>
            <a:ext cx="6041700" cy="2607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45670" y="7371503"/>
            <a:ext cx="6041700" cy="261772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43929" y="6301965"/>
            <a:ext cx="449580" cy="289560"/>
          </a:xfrm>
          <a:custGeom>
            <a:avLst/>
            <a:gdLst/>
            <a:ahLst/>
            <a:cxnLst/>
            <a:rect l="l" t="t" r="r" b="b"/>
            <a:pathLst>
              <a:path w="449580" h="289559">
                <a:moveTo>
                  <a:pt x="58804" y="4900"/>
                </a:moveTo>
                <a:lnTo>
                  <a:pt x="0" y="4900"/>
                </a:lnTo>
                <a:lnTo>
                  <a:pt x="85191" y="284221"/>
                </a:lnTo>
                <a:lnTo>
                  <a:pt x="151911" y="284221"/>
                </a:lnTo>
                <a:lnTo>
                  <a:pt x="168122" y="231071"/>
                </a:lnTo>
                <a:lnTo>
                  <a:pt x="118739" y="231071"/>
                </a:lnTo>
                <a:lnTo>
                  <a:pt x="115606" y="219338"/>
                </a:lnTo>
                <a:lnTo>
                  <a:pt x="112614" y="207888"/>
                </a:lnTo>
                <a:lnTo>
                  <a:pt x="109763" y="196721"/>
                </a:lnTo>
                <a:lnTo>
                  <a:pt x="107054" y="185837"/>
                </a:lnTo>
                <a:lnTo>
                  <a:pt x="104486" y="174834"/>
                </a:lnTo>
                <a:lnTo>
                  <a:pt x="101682" y="163691"/>
                </a:lnTo>
                <a:lnTo>
                  <a:pt x="98643" y="152406"/>
                </a:lnTo>
                <a:lnTo>
                  <a:pt x="95368" y="140980"/>
                </a:lnTo>
                <a:lnTo>
                  <a:pt x="58804" y="4900"/>
                </a:lnTo>
                <a:close/>
              </a:path>
              <a:path w="449580" h="289559">
                <a:moveTo>
                  <a:pt x="237102" y="4900"/>
                </a:moveTo>
                <a:lnTo>
                  <a:pt x="180559" y="4900"/>
                </a:lnTo>
                <a:lnTo>
                  <a:pt x="144372" y="140980"/>
                </a:lnTo>
                <a:lnTo>
                  <a:pt x="141239" y="152406"/>
                </a:lnTo>
                <a:lnTo>
                  <a:pt x="138247" y="163691"/>
                </a:lnTo>
                <a:lnTo>
                  <a:pt x="135396" y="174834"/>
                </a:lnTo>
                <a:lnTo>
                  <a:pt x="132687" y="185837"/>
                </a:lnTo>
                <a:lnTo>
                  <a:pt x="129954" y="196721"/>
                </a:lnTo>
                <a:lnTo>
                  <a:pt x="127032" y="207888"/>
                </a:lnTo>
                <a:lnTo>
                  <a:pt x="123922" y="219338"/>
                </a:lnTo>
                <a:lnTo>
                  <a:pt x="120624" y="231071"/>
                </a:lnTo>
                <a:lnTo>
                  <a:pt x="168122" y="231071"/>
                </a:lnTo>
                <a:lnTo>
                  <a:pt x="237102" y="4900"/>
                </a:lnTo>
                <a:close/>
              </a:path>
              <a:path w="449580" h="289559">
                <a:moveTo>
                  <a:pt x="276885" y="210339"/>
                </a:moveTo>
                <a:lnTo>
                  <a:pt x="244844" y="248788"/>
                </a:lnTo>
                <a:lnTo>
                  <a:pt x="255423" y="258023"/>
                </a:lnTo>
                <a:lnTo>
                  <a:pt x="266802" y="266128"/>
                </a:lnTo>
                <a:lnTo>
                  <a:pt x="305416" y="283562"/>
                </a:lnTo>
                <a:lnTo>
                  <a:pt x="346621" y="289499"/>
                </a:lnTo>
                <a:lnTo>
                  <a:pt x="360709" y="288839"/>
                </a:lnTo>
                <a:lnTo>
                  <a:pt x="361754" y="288839"/>
                </a:lnTo>
                <a:lnTo>
                  <a:pt x="401656" y="277813"/>
                </a:lnTo>
                <a:lnTo>
                  <a:pt x="436713" y="246903"/>
                </a:lnTo>
                <a:lnTo>
                  <a:pt x="439845" y="241249"/>
                </a:lnTo>
                <a:lnTo>
                  <a:pt x="347752" y="241249"/>
                </a:lnTo>
                <a:lnTo>
                  <a:pt x="338635" y="240730"/>
                </a:lnTo>
                <a:lnTo>
                  <a:pt x="301269" y="228291"/>
                </a:lnTo>
                <a:lnTo>
                  <a:pt x="284495" y="216982"/>
                </a:lnTo>
                <a:lnTo>
                  <a:pt x="276885" y="210339"/>
                </a:lnTo>
                <a:close/>
              </a:path>
              <a:path w="449580" h="289559">
                <a:moveTo>
                  <a:pt x="352653" y="0"/>
                </a:moveTo>
                <a:lnTo>
                  <a:pt x="314204" y="6149"/>
                </a:lnTo>
                <a:lnTo>
                  <a:pt x="275401" y="31004"/>
                </a:lnTo>
                <a:lnTo>
                  <a:pt x="256930" y="69476"/>
                </a:lnTo>
                <a:lnTo>
                  <a:pt x="256153" y="80667"/>
                </a:lnTo>
                <a:lnTo>
                  <a:pt x="256604" y="89211"/>
                </a:lnTo>
                <a:lnTo>
                  <a:pt x="274152" y="129200"/>
                </a:lnTo>
                <a:lnTo>
                  <a:pt x="306146" y="152241"/>
                </a:lnTo>
                <a:lnTo>
                  <a:pt x="350014" y="171513"/>
                </a:lnTo>
                <a:lnTo>
                  <a:pt x="358307" y="174780"/>
                </a:lnTo>
                <a:lnTo>
                  <a:pt x="365595" y="178046"/>
                </a:lnTo>
                <a:lnTo>
                  <a:pt x="378160" y="184580"/>
                </a:lnTo>
                <a:lnTo>
                  <a:pt x="383060" y="188350"/>
                </a:lnTo>
                <a:lnTo>
                  <a:pt x="386578" y="192622"/>
                </a:lnTo>
                <a:lnTo>
                  <a:pt x="390348" y="196643"/>
                </a:lnTo>
                <a:lnTo>
                  <a:pt x="392233" y="202171"/>
                </a:lnTo>
                <a:lnTo>
                  <a:pt x="392118" y="210339"/>
                </a:lnTo>
                <a:lnTo>
                  <a:pt x="391526" y="216181"/>
                </a:lnTo>
                <a:lnTo>
                  <a:pt x="366711" y="239175"/>
                </a:lnTo>
                <a:lnTo>
                  <a:pt x="366458" y="239175"/>
                </a:lnTo>
                <a:lnTo>
                  <a:pt x="357895" y="240730"/>
                </a:lnTo>
                <a:lnTo>
                  <a:pt x="357578" y="240730"/>
                </a:lnTo>
                <a:lnTo>
                  <a:pt x="347752" y="241249"/>
                </a:lnTo>
                <a:lnTo>
                  <a:pt x="439845" y="241249"/>
                </a:lnTo>
                <a:lnTo>
                  <a:pt x="442155" y="237079"/>
                </a:lnTo>
                <a:lnTo>
                  <a:pt x="446043" y="226830"/>
                </a:lnTo>
                <a:lnTo>
                  <a:pt x="448370" y="216181"/>
                </a:lnTo>
                <a:lnTo>
                  <a:pt x="449152" y="205061"/>
                </a:lnTo>
                <a:lnTo>
                  <a:pt x="448768" y="196643"/>
                </a:lnTo>
                <a:lnTo>
                  <a:pt x="448705" y="195261"/>
                </a:lnTo>
                <a:lnTo>
                  <a:pt x="433697" y="157094"/>
                </a:lnTo>
                <a:lnTo>
                  <a:pt x="401185" y="132522"/>
                </a:lnTo>
                <a:lnTo>
                  <a:pt x="356422" y="114216"/>
                </a:lnTo>
                <a:lnTo>
                  <a:pt x="348632" y="110949"/>
                </a:lnTo>
                <a:lnTo>
                  <a:pt x="315083" y="89211"/>
                </a:lnTo>
                <a:lnTo>
                  <a:pt x="313073" y="83808"/>
                </a:lnTo>
                <a:lnTo>
                  <a:pt x="313073" y="67976"/>
                </a:lnTo>
                <a:lnTo>
                  <a:pt x="352653" y="47872"/>
                </a:lnTo>
                <a:lnTo>
                  <a:pt x="430956" y="47872"/>
                </a:lnTo>
                <a:lnTo>
                  <a:pt x="440483" y="36187"/>
                </a:lnTo>
                <a:lnTo>
                  <a:pt x="400526" y="9423"/>
                </a:lnTo>
                <a:lnTo>
                  <a:pt x="365619" y="683"/>
                </a:lnTo>
                <a:lnTo>
                  <a:pt x="366946" y="683"/>
                </a:lnTo>
                <a:lnTo>
                  <a:pt x="352653" y="0"/>
                </a:lnTo>
                <a:close/>
              </a:path>
              <a:path w="449580" h="289559">
                <a:moveTo>
                  <a:pt x="430956" y="47872"/>
                </a:moveTo>
                <a:lnTo>
                  <a:pt x="352653" y="47872"/>
                </a:lnTo>
                <a:lnTo>
                  <a:pt x="364001" y="48367"/>
                </a:lnTo>
                <a:lnTo>
                  <a:pt x="362156" y="48367"/>
                </a:lnTo>
                <a:lnTo>
                  <a:pt x="398735" y="61160"/>
                </a:lnTo>
                <a:lnTo>
                  <a:pt x="412211" y="70866"/>
                </a:lnTo>
                <a:lnTo>
                  <a:pt x="430956" y="478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6729" y="3120323"/>
            <a:ext cx="11517973" cy="68793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067" y="1811076"/>
            <a:ext cx="18460720" cy="73660"/>
          </a:xfrm>
          <a:custGeom>
            <a:avLst/>
            <a:gdLst/>
            <a:ahLst/>
            <a:cxnLst/>
            <a:rect l="l" t="t" r="r" b="b"/>
            <a:pathLst>
              <a:path w="18460720" h="73660">
                <a:moveTo>
                  <a:pt x="18460250" y="41910"/>
                </a:moveTo>
                <a:lnTo>
                  <a:pt x="18460212" y="21590"/>
                </a:lnTo>
                <a:lnTo>
                  <a:pt x="18460174" y="0"/>
                </a:lnTo>
                <a:lnTo>
                  <a:pt x="0" y="31419"/>
                </a:lnTo>
                <a:lnTo>
                  <a:pt x="38" y="53009"/>
                </a:lnTo>
                <a:lnTo>
                  <a:pt x="63" y="73329"/>
                </a:lnTo>
                <a:lnTo>
                  <a:pt x="18460250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6846" y="1071590"/>
            <a:ext cx="4954541" cy="64458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162085" y="2219827"/>
            <a:ext cx="5748655" cy="8261984"/>
          </a:xfrm>
          <a:custGeom>
            <a:avLst/>
            <a:gdLst/>
            <a:ahLst/>
            <a:cxnLst/>
            <a:rect l="l" t="t" r="r" b="b"/>
            <a:pathLst>
              <a:path w="5748655" h="8261984">
                <a:moveTo>
                  <a:pt x="5591452" y="0"/>
                </a:moveTo>
                <a:lnTo>
                  <a:pt x="157063" y="0"/>
                </a:lnTo>
                <a:lnTo>
                  <a:pt x="107419" y="8007"/>
                </a:lnTo>
                <a:lnTo>
                  <a:pt x="64303" y="30304"/>
                </a:lnTo>
                <a:lnTo>
                  <a:pt x="30304" y="64303"/>
                </a:lnTo>
                <a:lnTo>
                  <a:pt x="8007" y="107419"/>
                </a:lnTo>
                <a:lnTo>
                  <a:pt x="0" y="157063"/>
                </a:lnTo>
                <a:lnTo>
                  <a:pt x="0" y="8104465"/>
                </a:lnTo>
                <a:lnTo>
                  <a:pt x="8007" y="8154109"/>
                </a:lnTo>
                <a:lnTo>
                  <a:pt x="30304" y="8197224"/>
                </a:lnTo>
                <a:lnTo>
                  <a:pt x="64303" y="8231224"/>
                </a:lnTo>
                <a:lnTo>
                  <a:pt x="107419" y="8253521"/>
                </a:lnTo>
                <a:lnTo>
                  <a:pt x="157063" y="8261528"/>
                </a:lnTo>
                <a:lnTo>
                  <a:pt x="5591452" y="8261528"/>
                </a:lnTo>
                <a:lnTo>
                  <a:pt x="5641096" y="8253521"/>
                </a:lnTo>
                <a:lnTo>
                  <a:pt x="5684212" y="8231224"/>
                </a:lnTo>
                <a:lnTo>
                  <a:pt x="5718211" y="8197224"/>
                </a:lnTo>
                <a:lnTo>
                  <a:pt x="5740508" y="8154109"/>
                </a:lnTo>
                <a:lnTo>
                  <a:pt x="5748516" y="8104465"/>
                </a:lnTo>
                <a:lnTo>
                  <a:pt x="5748516" y="157063"/>
                </a:lnTo>
                <a:lnTo>
                  <a:pt x="5740508" y="107419"/>
                </a:lnTo>
                <a:lnTo>
                  <a:pt x="5718211" y="64303"/>
                </a:lnTo>
                <a:lnTo>
                  <a:pt x="5684212" y="30304"/>
                </a:lnTo>
                <a:lnTo>
                  <a:pt x="5641096" y="8007"/>
                </a:lnTo>
                <a:lnTo>
                  <a:pt x="5591452" y="0"/>
                </a:lnTo>
                <a:close/>
              </a:path>
            </a:pathLst>
          </a:custGeom>
          <a:solidFill>
            <a:srgbClr val="282F3A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3432" y="2219827"/>
            <a:ext cx="5748655" cy="8261984"/>
          </a:xfrm>
          <a:custGeom>
            <a:avLst/>
            <a:gdLst/>
            <a:ahLst/>
            <a:cxnLst/>
            <a:rect l="l" t="t" r="r" b="b"/>
            <a:pathLst>
              <a:path w="5748655" h="8261984">
                <a:moveTo>
                  <a:pt x="5591452" y="0"/>
                </a:moveTo>
                <a:lnTo>
                  <a:pt x="157063" y="0"/>
                </a:lnTo>
                <a:lnTo>
                  <a:pt x="107419" y="8007"/>
                </a:lnTo>
                <a:lnTo>
                  <a:pt x="64303" y="30304"/>
                </a:lnTo>
                <a:lnTo>
                  <a:pt x="30304" y="64303"/>
                </a:lnTo>
                <a:lnTo>
                  <a:pt x="8007" y="107419"/>
                </a:lnTo>
                <a:lnTo>
                  <a:pt x="0" y="157063"/>
                </a:lnTo>
                <a:lnTo>
                  <a:pt x="0" y="8104465"/>
                </a:lnTo>
                <a:lnTo>
                  <a:pt x="8007" y="8154109"/>
                </a:lnTo>
                <a:lnTo>
                  <a:pt x="30304" y="8197224"/>
                </a:lnTo>
                <a:lnTo>
                  <a:pt x="64303" y="8231224"/>
                </a:lnTo>
                <a:lnTo>
                  <a:pt x="107419" y="8253521"/>
                </a:lnTo>
                <a:lnTo>
                  <a:pt x="157063" y="8261528"/>
                </a:lnTo>
                <a:lnTo>
                  <a:pt x="5591452" y="8261528"/>
                </a:lnTo>
                <a:lnTo>
                  <a:pt x="5641096" y="8253521"/>
                </a:lnTo>
                <a:lnTo>
                  <a:pt x="5684212" y="8231224"/>
                </a:lnTo>
                <a:lnTo>
                  <a:pt x="5718211" y="8197224"/>
                </a:lnTo>
                <a:lnTo>
                  <a:pt x="5740508" y="8154109"/>
                </a:lnTo>
                <a:lnTo>
                  <a:pt x="5748516" y="8104465"/>
                </a:lnTo>
                <a:lnTo>
                  <a:pt x="5748516" y="157063"/>
                </a:lnTo>
                <a:lnTo>
                  <a:pt x="5740508" y="107419"/>
                </a:lnTo>
                <a:lnTo>
                  <a:pt x="5718211" y="64303"/>
                </a:lnTo>
                <a:lnTo>
                  <a:pt x="5684212" y="30304"/>
                </a:lnTo>
                <a:lnTo>
                  <a:pt x="5641096" y="8007"/>
                </a:lnTo>
                <a:lnTo>
                  <a:pt x="5591452" y="0"/>
                </a:lnTo>
                <a:close/>
              </a:path>
            </a:pathLst>
          </a:custGeom>
          <a:solidFill>
            <a:srgbClr val="282F3A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559797" y="2219827"/>
            <a:ext cx="5748655" cy="8261984"/>
          </a:xfrm>
          <a:custGeom>
            <a:avLst/>
            <a:gdLst/>
            <a:ahLst/>
            <a:cxnLst/>
            <a:rect l="l" t="t" r="r" b="b"/>
            <a:pathLst>
              <a:path w="5748655" h="8261984">
                <a:moveTo>
                  <a:pt x="5591452" y="0"/>
                </a:moveTo>
                <a:lnTo>
                  <a:pt x="157063" y="0"/>
                </a:lnTo>
                <a:lnTo>
                  <a:pt x="107419" y="8007"/>
                </a:lnTo>
                <a:lnTo>
                  <a:pt x="64303" y="30304"/>
                </a:lnTo>
                <a:lnTo>
                  <a:pt x="30304" y="64303"/>
                </a:lnTo>
                <a:lnTo>
                  <a:pt x="8007" y="107419"/>
                </a:lnTo>
                <a:lnTo>
                  <a:pt x="0" y="157063"/>
                </a:lnTo>
                <a:lnTo>
                  <a:pt x="0" y="8104465"/>
                </a:lnTo>
                <a:lnTo>
                  <a:pt x="8007" y="8154109"/>
                </a:lnTo>
                <a:lnTo>
                  <a:pt x="30304" y="8197224"/>
                </a:lnTo>
                <a:lnTo>
                  <a:pt x="64303" y="8231224"/>
                </a:lnTo>
                <a:lnTo>
                  <a:pt x="107419" y="8253521"/>
                </a:lnTo>
                <a:lnTo>
                  <a:pt x="157063" y="8261528"/>
                </a:lnTo>
                <a:lnTo>
                  <a:pt x="5591452" y="8261528"/>
                </a:lnTo>
                <a:lnTo>
                  <a:pt x="5641096" y="8253521"/>
                </a:lnTo>
                <a:lnTo>
                  <a:pt x="5684212" y="8231224"/>
                </a:lnTo>
                <a:lnTo>
                  <a:pt x="5718211" y="8197224"/>
                </a:lnTo>
                <a:lnTo>
                  <a:pt x="5740508" y="8154109"/>
                </a:lnTo>
                <a:lnTo>
                  <a:pt x="5748516" y="8104465"/>
                </a:lnTo>
                <a:lnTo>
                  <a:pt x="5748516" y="157063"/>
                </a:lnTo>
                <a:lnTo>
                  <a:pt x="5740508" y="107419"/>
                </a:lnTo>
                <a:lnTo>
                  <a:pt x="5718211" y="64303"/>
                </a:lnTo>
                <a:lnTo>
                  <a:pt x="5684212" y="30304"/>
                </a:lnTo>
                <a:lnTo>
                  <a:pt x="5641096" y="8007"/>
                </a:lnTo>
                <a:lnTo>
                  <a:pt x="5591452" y="0"/>
                </a:lnTo>
                <a:close/>
              </a:path>
            </a:pathLst>
          </a:custGeom>
          <a:solidFill>
            <a:srgbClr val="282F3A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30794" y="2533954"/>
            <a:ext cx="973792" cy="115179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775179" y="4070745"/>
            <a:ext cx="1767205" cy="390525"/>
          </a:xfrm>
          <a:custGeom>
            <a:avLst/>
            <a:gdLst/>
            <a:ahLst/>
            <a:cxnLst/>
            <a:rect l="l" t="t" r="r" b="b"/>
            <a:pathLst>
              <a:path w="1767204" h="390525">
                <a:moveTo>
                  <a:pt x="171136" y="26763"/>
                </a:moveTo>
                <a:lnTo>
                  <a:pt x="0" y="26763"/>
                </a:lnTo>
                <a:lnTo>
                  <a:pt x="0" y="306084"/>
                </a:lnTo>
                <a:lnTo>
                  <a:pt x="175282" y="306084"/>
                </a:lnTo>
                <a:lnTo>
                  <a:pt x="175282" y="259342"/>
                </a:lnTo>
                <a:lnTo>
                  <a:pt x="55788" y="259342"/>
                </a:lnTo>
                <a:lnTo>
                  <a:pt x="55788" y="184706"/>
                </a:lnTo>
                <a:lnTo>
                  <a:pt x="153419" y="184706"/>
                </a:lnTo>
                <a:lnTo>
                  <a:pt x="153419" y="137964"/>
                </a:lnTo>
                <a:lnTo>
                  <a:pt x="55788" y="137964"/>
                </a:lnTo>
                <a:lnTo>
                  <a:pt x="55788" y="73505"/>
                </a:lnTo>
                <a:lnTo>
                  <a:pt x="171136" y="73505"/>
                </a:lnTo>
                <a:lnTo>
                  <a:pt x="171136" y="26763"/>
                </a:lnTo>
                <a:close/>
              </a:path>
              <a:path w="1767204" h="390525">
                <a:moveTo>
                  <a:pt x="291849" y="94991"/>
                </a:moveTo>
                <a:lnTo>
                  <a:pt x="239829" y="94991"/>
                </a:lnTo>
                <a:lnTo>
                  <a:pt x="236814" y="95243"/>
                </a:lnTo>
                <a:lnTo>
                  <a:pt x="236814" y="306084"/>
                </a:lnTo>
                <a:lnTo>
                  <a:pt x="291849" y="306084"/>
                </a:lnTo>
                <a:lnTo>
                  <a:pt x="291849" y="94991"/>
                </a:lnTo>
                <a:close/>
              </a:path>
              <a:path w="1767204" h="390525">
                <a:moveTo>
                  <a:pt x="450043" y="0"/>
                </a:moveTo>
                <a:lnTo>
                  <a:pt x="441498" y="0"/>
                </a:lnTo>
                <a:lnTo>
                  <a:pt x="427147" y="753"/>
                </a:lnTo>
                <a:lnTo>
                  <a:pt x="428404" y="753"/>
                </a:lnTo>
                <a:lnTo>
                  <a:pt x="417656" y="2638"/>
                </a:lnTo>
                <a:lnTo>
                  <a:pt x="385144" y="22617"/>
                </a:lnTo>
                <a:lnTo>
                  <a:pt x="368464" y="67356"/>
                </a:lnTo>
                <a:lnTo>
                  <a:pt x="367993" y="306084"/>
                </a:lnTo>
                <a:lnTo>
                  <a:pt x="423405" y="306084"/>
                </a:lnTo>
                <a:lnTo>
                  <a:pt x="423405" y="76898"/>
                </a:lnTo>
                <a:lnTo>
                  <a:pt x="423757" y="70183"/>
                </a:lnTo>
                <a:lnTo>
                  <a:pt x="440996" y="43726"/>
                </a:lnTo>
                <a:lnTo>
                  <a:pt x="472857" y="43726"/>
                </a:lnTo>
                <a:lnTo>
                  <a:pt x="481832" y="7162"/>
                </a:lnTo>
                <a:lnTo>
                  <a:pt x="477058" y="5403"/>
                </a:lnTo>
                <a:lnTo>
                  <a:pt x="471278" y="3769"/>
                </a:lnTo>
                <a:lnTo>
                  <a:pt x="457707" y="753"/>
                </a:lnTo>
                <a:lnTo>
                  <a:pt x="450043" y="0"/>
                </a:lnTo>
                <a:close/>
              </a:path>
              <a:path w="1767204" h="390525">
                <a:moveTo>
                  <a:pt x="236814" y="95243"/>
                </a:moveTo>
                <a:lnTo>
                  <a:pt x="208165" y="97630"/>
                </a:lnTo>
                <a:lnTo>
                  <a:pt x="208165" y="138718"/>
                </a:lnTo>
                <a:lnTo>
                  <a:pt x="236814" y="138718"/>
                </a:lnTo>
                <a:lnTo>
                  <a:pt x="236814" y="95243"/>
                </a:lnTo>
                <a:close/>
              </a:path>
              <a:path w="1767204" h="390525">
                <a:moveTo>
                  <a:pt x="367993" y="94991"/>
                </a:moveTo>
                <a:lnTo>
                  <a:pt x="291849" y="94991"/>
                </a:lnTo>
                <a:lnTo>
                  <a:pt x="291849" y="138718"/>
                </a:lnTo>
                <a:lnTo>
                  <a:pt x="367993" y="138718"/>
                </a:lnTo>
                <a:lnTo>
                  <a:pt x="367993" y="94991"/>
                </a:lnTo>
                <a:close/>
              </a:path>
              <a:path w="1767204" h="390525">
                <a:moveTo>
                  <a:pt x="463362" y="94991"/>
                </a:moveTo>
                <a:lnTo>
                  <a:pt x="423405" y="94991"/>
                </a:lnTo>
                <a:lnTo>
                  <a:pt x="423405" y="138718"/>
                </a:lnTo>
                <a:lnTo>
                  <a:pt x="463362" y="138718"/>
                </a:lnTo>
                <a:lnTo>
                  <a:pt x="463362" y="94991"/>
                </a:lnTo>
                <a:close/>
              </a:path>
              <a:path w="1767204" h="390525">
                <a:moveTo>
                  <a:pt x="321251" y="4146"/>
                </a:moveTo>
                <a:lnTo>
                  <a:pt x="312958" y="4146"/>
                </a:lnTo>
                <a:lnTo>
                  <a:pt x="297628" y="4900"/>
                </a:lnTo>
                <a:lnTo>
                  <a:pt x="299304" y="4900"/>
                </a:lnTo>
                <a:lnTo>
                  <a:pt x="288362" y="6690"/>
                </a:lnTo>
                <a:lnTo>
                  <a:pt x="254436" y="26292"/>
                </a:lnTo>
                <a:lnTo>
                  <a:pt x="241104" y="50637"/>
                </a:lnTo>
                <a:lnTo>
                  <a:pt x="241054" y="50770"/>
                </a:lnTo>
                <a:lnTo>
                  <a:pt x="236814" y="95243"/>
                </a:lnTo>
                <a:lnTo>
                  <a:pt x="239829" y="94991"/>
                </a:lnTo>
                <a:lnTo>
                  <a:pt x="291849" y="94991"/>
                </a:lnTo>
                <a:lnTo>
                  <a:pt x="291849" y="80667"/>
                </a:lnTo>
                <a:lnTo>
                  <a:pt x="292320" y="72916"/>
                </a:lnTo>
                <a:lnTo>
                  <a:pt x="311324" y="47872"/>
                </a:lnTo>
                <a:lnTo>
                  <a:pt x="346354" y="47872"/>
                </a:lnTo>
                <a:lnTo>
                  <a:pt x="355553" y="12062"/>
                </a:lnTo>
                <a:lnTo>
                  <a:pt x="350441" y="9871"/>
                </a:lnTo>
                <a:lnTo>
                  <a:pt x="343868" y="7915"/>
                </a:lnTo>
                <a:lnTo>
                  <a:pt x="329041" y="4900"/>
                </a:lnTo>
                <a:lnTo>
                  <a:pt x="321251" y="4146"/>
                </a:lnTo>
                <a:close/>
              </a:path>
              <a:path w="1767204" h="390525">
                <a:moveTo>
                  <a:pt x="346354" y="47872"/>
                </a:moveTo>
                <a:lnTo>
                  <a:pt x="324895" y="47872"/>
                </a:lnTo>
                <a:lnTo>
                  <a:pt x="329669" y="48375"/>
                </a:lnTo>
                <a:lnTo>
                  <a:pt x="333690" y="49380"/>
                </a:lnTo>
                <a:lnTo>
                  <a:pt x="337711" y="50134"/>
                </a:lnTo>
                <a:lnTo>
                  <a:pt x="341481" y="51391"/>
                </a:lnTo>
                <a:lnTo>
                  <a:pt x="344999" y="53150"/>
                </a:lnTo>
                <a:lnTo>
                  <a:pt x="346354" y="47872"/>
                </a:lnTo>
                <a:close/>
              </a:path>
              <a:path w="1767204" h="390525">
                <a:moveTo>
                  <a:pt x="472857" y="43726"/>
                </a:moveTo>
                <a:lnTo>
                  <a:pt x="456828" y="43726"/>
                </a:lnTo>
                <a:lnTo>
                  <a:pt x="464367" y="45359"/>
                </a:lnTo>
                <a:lnTo>
                  <a:pt x="471655" y="48626"/>
                </a:lnTo>
                <a:lnTo>
                  <a:pt x="472857" y="43726"/>
                </a:lnTo>
                <a:close/>
              </a:path>
              <a:path w="1767204" h="390525">
                <a:moveTo>
                  <a:pt x="554207" y="94991"/>
                </a:moveTo>
                <a:lnTo>
                  <a:pt x="498795" y="94991"/>
                </a:lnTo>
                <a:lnTo>
                  <a:pt x="498795" y="306084"/>
                </a:lnTo>
                <a:lnTo>
                  <a:pt x="554207" y="306084"/>
                </a:lnTo>
                <a:lnTo>
                  <a:pt x="554207" y="94991"/>
                </a:lnTo>
                <a:close/>
              </a:path>
              <a:path w="1767204" h="390525">
                <a:moveTo>
                  <a:pt x="535988" y="376"/>
                </a:moveTo>
                <a:lnTo>
                  <a:pt x="517140" y="376"/>
                </a:lnTo>
                <a:lnTo>
                  <a:pt x="509350" y="3141"/>
                </a:lnTo>
                <a:lnTo>
                  <a:pt x="497287" y="14198"/>
                </a:lnTo>
                <a:lnTo>
                  <a:pt x="494272" y="21486"/>
                </a:lnTo>
                <a:lnTo>
                  <a:pt x="494272" y="39831"/>
                </a:lnTo>
                <a:lnTo>
                  <a:pt x="497287" y="47244"/>
                </a:lnTo>
                <a:lnTo>
                  <a:pt x="503319" y="52773"/>
                </a:lnTo>
                <a:lnTo>
                  <a:pt x="509350" y="58050"/>
                </a:lnTo>
                <a:lnTo>
                  <a:pt x="517140" y="60689"/>
                </a:lnTo>
                <a:lnTo>
                  <a:pt x="535988" y="60689"/>
                </a:lnTo>
                <a:lnTo>
                  <a:pt x="543652" y="58050"/>
                </a:lnTo>
                <a:lnTo>
                  <a:pt x="555966" y="47244"/>
                </a:lnTo>
                <a:lnTo>
                  <a:pt x="559107" y="39831"/>
                </a:lnTo>
                <a:lnTo>
                  <a:pt x="559107" y="21486"/>
                </a:lnTo>
                <a:lnTo>
                  <a:pt x="555966" y="14198"/>
                </a:lnTo>
                <a:lnTo>
                  <a:pt x="549684" y="8669"/>
                </a:lnTo>
                <a:lnTo>
                  <a:pt x="543652" y="3141"/>
                </a:lnTo>
                <a:lnTo>
                  <a:pt x="535988" y="376"/>
                </a:lnTo>
                <a:close/>
              </a:path>
              <a:path w="1767204" h="390525">
                <a:moveTo>
                  <a:pt x="708160" y="89714"/>
                </a:moveTo>
                <a:lnTo>
                  <a:pt x="667307" y="97135"/>
                </a:lnTo>
                <a:lnTo>
                  <a:pt x="632486" y="119022"/>
                </a:lnTo>
                <a:lnTo>
                  <a:pt x="608621" y="153890"/>
                </a:lnTo>
                <a:lnTo>
                  <a:pt x="600351" y="200538"/>
                </a:lnTo>
                <a:lnTo>
                  <a:pt x="601199" y="217430"/>
                </a:lnTo>
                <a:lnTo>
                  <a:pt x="613922" y="260473"/>
                </a:lnTo>
                <a:lnTo>
                  <a:pt x="639790" y="290865"/>
                </a:lnTo>
                <a:lnTo>
                  <a:pt x="675647" y="308063"/>
                </a:lnTo>
                <a:lnTo>
                  <a:pt x="703259" y="311362"/>
                </a:lnTo>
                <a:lnTo>
                  <a:pt x="711976" y="310985"/>
                </a:lnTo>
                <a:lnTo>
                  <a:pt x="756315" y="297226"/>
                </a:lnTo>
                <a:lnTo>
                  <a:pt x="772241" y="285729"/>
                </a:lnTo>
                <a:lnTo>
                  <a:pt x="760521" y="266128"/>
                </a:lnTo>
                <a:lnTo>
                  <a:pt x="709290" y="266128"/>
                </a:lnTo>
                <a:lnTo>
                  <a:pt x="701940" y="265633"/>
                </a:lnTo>
                <a:lnTo>
                  <a:pt x="667378" y="242168"/>
                </a:lnTo>
                <a:lnTo>
                  <a:pt x="657271" y="200538"/>
                </a:lnTo>
                <a:lnTo>
                  <a:pt x="657672" y="190879"/>
                </a:lnTo>
                <a:lnTo>
                  <a:pt x="671784" y="152854"/>
                </a:lnTo>
                <a:lnTo>
                  <a:pt x="711175" y="134948"/>
                </a:lnTo>
                <a:lnTo>
                  <a:pt x="753430" y="134948"/>
                </a:lnTo>
                <a:lnTo>
                  <a:pt x="769603" y="113462"/>
                </a:lnTo>
                <a:lnTo>
                  <a:pt x="735017" y="93531"/>
                </a:lnTo>
                <a:lnTo>
                  <a:pt x="717678" y="90138"/>
                </a:lnTo>
                <a:lnTo>
                  <a:pt x="708160" y="89714"/>
                </a:lnTo>
                <a:close/>
              </a:path>
              <a:path w="1767204" h="390525">
                <a:moveTo>
                  <a:pt x="750378" y="249165"/>
                </a:moveTo>
                <a:lnTo>
                  <a:pt x="744598" y="253939"/>
                </a:lnTo>
                <a:lnTo>
                  <a:pt x="738190" y="257960"/>
                </a:lnTo>
                <a:lnTo>
                  <a:pt x="724117" y="264494"/>
                </a:lnTo>
                <a:lnTo>
                  <a:pt x="716829" y="266128"/>
                </a:lnTo>
                <a:lnTo>
                  <a:pt x="760521" y="266128"/>
                </a:lnTo>
                <a:lnTo>
                  <a:pt x="750378" y="249165"/>
                </a:lnTo>
                <a:close/>
              </a:path>
              <a:path w="1767204" h="390525">
                <a:moveTo>
                  <a:pt x="753430" y="134948"/>
                </a:moveTo>
                <a:lnTo>
                  <a:pt x="716955" y="134948"/>
                </a:lnTo>
                <a:lnTo>
                  <a:pt x="722484" y="136079"/>
                </a:lnTo>
                <a:lnTo>
                  <a:pt x="733038" y="140603"/>
                </a:lnTo>
                <a:lnTo>
                  <a:pt x="738190" y="143995"/>
                </a:lnTo>
                <a:lnTo>
                  <a:pt x="743216" y="148519"/>
                </a:lnTo>
                <a:lnTo>
                  <a:pt x="753430" y="134948"/>
                </a:lnTo>
                <a:close/>
              </a:path>
              <a:path w="1767204" h="390525">
                <a:moveTo>
                  <a:pt x="867740" y="94991"/>
                </a:moveTo>
                <a:lnTo>
                  <a:pt x="812328" y="94991"/>
                </a:lnTo>
                <a:lnTo>
                  <a:pt x="812328" y="306084"/>
                </a:lnTo>
                <a:lnTo>
                  <a:pt x="867740" y="306084"/>
                </a:lnTo>
                <a:lnTo>
                  <a:pt x="867740" y="94991"/>
                </a:lnTo>
                <a:close/>
              </a:path>
              <a:path w="1767204" h="390525">
                <a:moveTo>
                  <a:pt x="849520" y="376"/>
                </a:moveTo>
                <a:lnTo>
                  <a:pt x="830422" y="376"/>
                </a:lnTo>
                <a:lnTo>
                  <a:pt x="822631" y="3141"/>
                </a:lnTo>
                <a:lnTo>
                  <a:pt x="811071" y="14198"/>
                </a:lnTo>
                <a:lnTo>
                  <a:pt x="808181" y="21486"/>
                </a:lnTo>
                <a:lnTo>
                  <a:pt x="808181" y="39831"/>
                </a:lnTo>
                <a:lnTo>
                  <a:pt x="811071" y="47244"/>
                </a:lnTo>
                <a:lnTo>
                  <a:pt x="816851" y="52773"/>
                </a:lnTo>
                <a:lnTo>
                  <a:pt x="822631" y="58050"/>
                </a:lnTo>
                <a:lnTo>
                  <a:pt x="830422" y="60689"/>
                </a:lnTo>
                <a:lnTo>
                  <a:pt x="849520" y="60689"/>
                </a:lnTo>
                <a:lnTo>
                  <a:pt x="857185" y="58050"/>
                </a:lnTo>
                <a:lnTo>
                  <a:pt x="863216" y="52773"/>
                </a:lnTo>
                <a:lnTo>
                  <a:pt x="869248" y="47244"/>
                </a:lnTo>
                <a:lnTo>
                  <a:pt x="872263" y="39831"/>
                </a:lnTo>
                <a:lnTo>
                  <a:pt x="872263" y="21486"/>
                </a:lnTo>
                <a:lnTo>
                  <a:pt x="869248" y="14198"/>
                </a:lnTo>
                <a:lnTo>
                  <a:pt x="857185" y="3141"/>
                </a:lnTo>
                <a:lnTo>
                  <a:pt x="849520" y="376"/>
                </a:lnTo>
                <a:close/>
              </a:path>
              <a:path w="1767204" h="390525">
                <a:moveTo>
                  <a:pt x="1012003" y="89714"/>
                </a:moveTo>
                <a:lnTo>
                  <a:pt x="966958" y="101847"/>
                </a:lnTo>
                <a:lnTo>
                  <a:pt x="937155" y="127409"/>
                </a:lnTo>
                <a:lnTo>
                  <a:pt x="918118" y="164916"/>
                </a:lnTo>
                <a:lnTo>
                  <a:pt x="918072" y="165057"/>
                </a:lnTo>
                <a:lnTo>
                  <a:pt x="915598" y="176225"/>
                </a:lnTo>
                <a:lnTo>
                  <a:pt x="914114" y="188051"/>
                </a:lnTo>
                <a:lnTo>
                  <a:pt x="913625" y="200664"/>
                </a:lnTo>
                <a:lnTo>
                  <a:pt x="914444" y="216370"/>
                </a:lnTo>
                <a:lnTo>
                  <a:pt x="927566" y="260096"/>
                </a:lnTo>
                <a:lnTo>
                  <a:pt x="954353" y="290841"/>
                </a:lnTo>
                <a:lnTo>
                  <a:pt x="990800" y="308063"/>
                </a:lnTo>
                <a:lnTo>
                  <a:pt x="1018789" y="311362"/>
                </a:lnTo>
                <a:lnTo>
                  <a:pt x="1028566" y="310961"/>
                </a:lnTo>
                <a:lnTo>
                  <a:pt x="1066991" y="301490"/>
                </a:lnTo>
                <a:lnTo>
                  <a:pt x="1092294" y="287991"/>
                </a:lnTo>
                <a:lnTo>
                  <a:pt x="1081404" y="268389"/>
                </a:lnTo>
                <a:lnTo>
                  <a:pt x="1026328" y="268389"/>
                </a:lnTo>
                <a:lnTo>
                  <a:pt x="1018624" y="268036"/>
                </a:lnTo>
                <a:lnTo>
                  <a:pt x="981941" y="250508"/>
                </a:lnTo>
                <a:lnTo>
                  <a:pt x="967523" y="216370"/>
                </a:lnTo>
                <a:lnTo>
                  <a:pt x="1097571" y="216370"/>
                </a:lnTo>
                <a:lnTo>
                  <a:pt x="1098325" y="213606"/>
                </a:lnTo>
                <a:lnTo>
                  <a:pt x="1098954" y="209962"/>
                </a:lnTo>
                <a:lnTo>
                  <a:pt x="1099456" y="205438"/>
                </a:lnTo>
                <a:lnTo>
                  <a:pt x="1099959" y="200664"/>
                </a:lnTo>
                <a:lnTo>
                  <a:pt x="1100210" y="195763"/>
                </a:lnTo>
                <a:lnTo>
                  <a:pt x="1100091" y="188051"/>
                </a:lnTo>
                <a:lnTo>
                  <a:pt x="1099690" y="179052"/>
                </a:lnTo>
                <a:lnTo>
                  <a:pt x="966392" y="179052"/>
                </a:lnTo>
                <a:lnTo>
                  <a:pt x="967806" y="171654"/>
                </a:lnTo>
                <a:lnTo>
                  <a:pt x="992025" y="137964"/>
                </a:lnTo>
                <a:lnTo>
                  <a:pt x="998559" y="134446"/>
                </a:lnTo>
                <a:lnTo>
                  <a:pt x="1005470" y="132687"/>
                </a:lnTo>
                <a:lnTo>
                  <a:pt x="1086971" y="132687"/>
                </a:lnTo>
                <a:lnTo>
                  <a:pt x="1084519" y="127857"/>
                </a:lnTo>
                <a:lnTo>
                  <a:pt x="1050240" y="97135"/>
                </a:lnTo>
                <a:lnTo>
                  <a:pt x="1025927" y="90539"/>
                </a:lnTo>
                <a:lnTo>
                  <a:pt x="1012003" y="89714"/>
                </a:lnTo>
                <a:close/>
              </a:path>
              <a:path w="1767204" h="390525">
                <a:moveTo>
                  <a:pt x="1073447" y="254065"/>
                </a:moveTo>
                <a:lnTo>
                  <a:pt x="1034872" y="268389"/>
                </a:lnTo>
                <a:lnTo>
                  <a:pt x="1081404" y="268389"/>
                </a:lnTo>
                <a:lnTo>
                  <a:pt x="1073447" y="254065"/>
                </a:lnTo>
                <a:close/>
              </a:path>
              <a:path w="1767204" h="390525">
                <a:moveTo>
                  <a:pt x="1086971" y="132687"/>
                </a:moveTo>
                <a:lnTo>
                  <a:pt x="1012757" y="132687"/>
                </a:lnTo>
                <a:lnTo>
                  <a:pt x="1022417" y="133488"/>
                </a:lnTo>
                <a:lnTo>
                  <a:pt x="1030662" y="135891"/>
                </a:lnTo>
                <a:lnTo>
                  <a:pt x="1052102" y="169039"/>
                </a:lnTo>
                <a:lnTo>
                  <a:pt x="1052714" y="179052"/>
                </a:lnTo>
                <a:lnTo>
                  <a:pt x="1099690" y="179052"/>
                </a:lnTo>
                <a:lnTo>
                  <a:pt x="1099574" y="176460"/>
                </a:lnTo>
                <a:lnTo>
                  <a:pt x="1097666" y="163031"/>
                </a:lnTo>
                <a:lnTo>
                  <a:pt x="1094485" y="150450"/>
                </a:lnTo>
                <a:lnTo>
                  <a:pt x="1090032" y="138718"/>
                </a:lnTo>
                <a:lnTo>
                  <a:pt x="1086971" y="132687"/>
                </a:lnTo>
                <a:close/>
              </a:path>
              <a:path w="1767204" h="390525">
                <a:moveTo>
                  <a:pt x="1191076" y="94991"/>
                </a:moveTo>
                <a:lnTo>
                  <a:pt x="1145842" y="94991"/>
                </a:lnTo>
                <a:lnTo>
                  <a:pt x="1145842" y="306084"/>
                </a:lnTo>
                <a:lnTo>
                  <a:pt x="1201254" y="306084"/>
                </a:lnTo>
                <a:lnTo>
                  <a:pt x="1201254" y="160958"/>
                </a:lnTo>
                <a:lnTo>
                  <a:pt x="1206955" y="155469"/>
                </a:lnTo>
                <a:lnTo>
                  <a:pt x="1236436" y="137210"/>
                </a:lnTo>
                <a:lnTo>
                  <a:pt x="1325709" y="137210"/>
                </a:lnTo>
                <a:lnTo>
                  <a:pt x="1321478" y="124559"/>
                </a:lnTo>
                <a:lnTo>
                  <a:pt x="1320553" y="122886"/>
                </a:lnTo>
                <a:lnTo>
                  <a:pt x="1195223" y="122886"/>
                </a:lnTo>
                <a:lnTo>
                  <a:pt x="1191132" y="95368"/>
                </a:lnTo>
                <a:lnTo>
                  <a:pt x="1191076" y="94991"/>
                </a:lnTo>
                <a:close/>
              </a:path>
              <a:path w="1767204" h="390525">
                <a:moveTo>
                  <a:pt x="1325709" y="137210"/>
                </a:moveTo>
                <a:lnTo>
                  <a:pt x="1255535" y="137210"/>
                </a:lnTo>
                <a:lnTo>
                  <a:pt x="1263074" y="140477"/>
                </a:lnTo>
                <a:lnTo>
                  <a:pt x="1267597" y="147011"/>
                </a:lnTo>
                <a:lnTo>
                  <a:pt x="1270731" y="152830"/>
                </a:lnTo>
                <a:lnTo>
                  <a:pt x="1272969" y="160487"/>
                </a:lnTo>
                <a:lnTo>
                  <a:pt x="1274312" y="169981"/>
                </a:lnTo>
                <a:lnTo>
                  <a:pt x="1274759" y="181313"/>
                </a:lnTo>
                <a:lnTo>
                  <a:pt x="1274759" y="306084"/>
                </a:lnTo>
                <a:lnTo>
                  <a:pt x="1330171" y="306084"/>
                </a:lnTo>
                <a:lnTo>
                  <a:pt x="1330171" y="174528"/>
                </a:lnTo>
                <a:lnTo>
                  <a:pt x="1329205" y="155657"/>
                </a:lnTo>
                <a:lnTo>
                  <a:pt x="1326346" y="139220"/>
                </a:lnTo>
                <a:lnTo>
                  <a:pt x="1326308" y="139001"/>
                </a:lnTo>
                <a:lnTo>
                  <a:pt x="1325709" y="137210"/>
                </a:lnTo>
                <a:close/>
              </a:path>
              <a:path w="1767204" h="390525">
                <a:moveTo>
                  <a:pt x="1264959" y="89714"/>
                </a:moveTo>
                <a:lnTo>
                  <a:pt x="1226887" y="99515"/>
                </a:lnTo>
                <a:lnTo>
                  <a:pt x="1196353" y="122886"/>
                </a:lnTo>
                <a:lnTo>
                  <a:pt x="1320553" y="122886"/>
                </a:lnTo>
                <a:lnTo>
                  <a:pt x="1280932" y="91128"/>
                </a:lnTo>
                <a:lnTo>
                  <a:pt x="1264959" y="89714"/>
                </a:lnTo>
                <a:close/>
              </a:path>
              <a:path w="1767204" h="390525">
                <a:moveTo>
                  <a:pt x="1481942" y="89714"/>
                </a:moveTo>
                <a:lnTo>
                  <a:pt x="1441089" y="97135"/>
                </a:lnTo>
                <a:lnTo>
                  <a:pt x="1406268" y="119022"/>
                </a:lnTo>
                <a:lnTo>
                  <a:pt x="1382403" y="153890"/>
                </a:lnTo>
                <a:lnTo>
                  <a:pt x="1374133" y="200538"/>
                </a:lnTo>
                <a:lnTo>
                  <a:pt x="1374982" y="217430"/>
                </a:lnTo>
                <a:lnTo>
                  <a:pt x="1387704" y="260473"/>
                </a:lnTo>
                <a:lnTo>
                  <a:pt x="1413572" y="290865"/>
                </a:lnTo>
                <a:lnTo>
                  <a:pt x="1449429" y="308063"/>
                </a:lnTo>
                <a:lnTo>
                  <a:pt x="1477041" y="311362"/>
                </a:lnTo>
                <a:lnTo>
                  <a:pt x="1485758" y="310985"/>
                </a:lnTo>
                <a:lnTo>
                  <a:pt x="1530097" y="297226"/>
                </a:lnTo>
                <a:lnTo>
                  <a:pt x="1546023" y="285729"/>
                </a:lnTo>
                <a:lnTo>
                  <a:pt x="1534303" y="266128"/>
                </a:lnTo>
                <a:lnTo>
                  <a:pt x="1483073" y="266128"/>
                </a:lnTo>
                <a:lnTo>
                  <a:pt x="1475722" y="265633"/>
                </a:lnTo>
                <a:lnTo>
                  <a:pt x="1441160" y="242168"/>
                </a:lnTo>
                <a:lnTo>
                  <a:pt x="1431053" y="200538"/>
                </a:lnTo>
                <a:lnTo>
                  <a:pt x="1431454" y="190879"/>
                </a:lnTo>
                <a:lnTo>
                  <a:pt x="1445566" y="152854"/>
                </a:lnTo>
                <a:lnTo>
                  <a:pt x="1484957" y="134948"/>
                </a:lnTo>
                <a:lnTo>
                  <a:pt x="1527212" y="134948"/>
                </a:lnTo>
                <a:lnTo>
                  <a:pt x="1543385" y="113462"/>
                </a:lnTo>
                <a:lnTo>
                  <a:pt x="1508799" y="93531"/>
                </a:lnTo>
                <a:lnTo>
                  <a:pt x="1491460" y="90138"/>
                </a:lnTo>
                <a:lnTo>
                  <a:pt x="1481942" y="89714"/>
                </a:lnTo>
                <a:close/>
              </a:path>
              <a:path w="1767204" h="390525">
                <a:moveTo>
                  <a:pt x="1524160" y="249165"/>
                </a:moveTo>
                <a:lnTo>
                  <a:pt x="1518380" y="253939"/>
                </a:lnTo>
                <a:lnTo>
                  <a:pt x="1511972" y="257960"/>
                </a:lnTo>
                <a:lnTo>
                  <a:pt x="1497899" y="264494"/>
                </a:lnTo>
                <a:lnTo>
                  <a:pt x="1490611" y="266128"/>
                </a:lnTo>
                <a:lnTo>
                  <a:pt x="1534303" y="266128"/>
                </a:lnTo>
                <a:lnTo>
                  <a:pt x="1524160" y="249165"/>
                </a:lnTo>
                <a:close/>
              </a:path>
              <a:path w="1767204" h="390525">
                <a:moveTo>
                  <a:pt x="1527212" y="134948"/>
                </a:moveTo>
                <a:lnTo>
                  <a:pt x="1490737" y="134948"/>
                </a:lnTo>
                <a:lnTo>
                  <a:pt x="1496266" y="136079"/>
                </a:lnTo>
                <a:lnTo>
                  <a:pt x="1506820" y="140603"/>
                </a:lnTo>
                <a:lnTo>
                  <a:pt x="1511972" y="143995"/>
                </a:lnTo>
                <a:lnTo>
                  <a:pt x="1516998" y="148519"/>
                </a:lnTo>
                <a:lnTo>
                  <a:pt x="1527212" y="134948"/>
                </a:lnTo>
                <a:close/>
              </a:path>
              <a:path w="1767204" h="390525">
                <a:moveTo>
                  <a:pt x="1584629" y="344157"/>
                </a:moveTo>
                <a:lnTo>
                  <a:pt x="1574451" y="386375"/>
                </a:lnTo>
                <a:lnTo>
                  <a:pt x="1578472" y="387632"/>
                </a:lnTo>
                <a:lnTo>
                  <a:pt x="1582744" y="388637"/>
                </a:lnTo>
                <a:lnTo>
                  <a:pt x="1591791" y="390145"/>
                </a:lnTo>
                <a:lnTo>
                  <a:pt x="1597194" y="390522"/>
                </a:lnTo>
                <a:lnTo>
                  <a:pt x="1603476" y="390522"/>
                </a:lnTo>
                <a:lnTo>
                  <a:pt x="1643056" y="381475"/>
                </a:lnTo>
                <a:lnTo>
                  <a:pt x="1670951" y="354711"/>
                </a:lnTo>
                <a:lnTo>
                  <a:pt x="1675867" y="346795"/>
                </a:lnTo>
                <a:lnTo>
                  <a:pt x="1596817" y="346795"/>
                </a:lnTo>
                <a:lnTo>
                  <a:pt x="1594178" y="346418"/>
                </a:lnTo>
                <a:lnTo>
                  <a:pt x="1591414" y="345664"/>
                </a:lnTo>
                <a:lnTo>
                  <a:pt x="1588901" y="345162"/>
                </a:lnTo>
                <a:lnTo>
                  <a:pt x="1586639" y="344659"/>
                </a:lnTo>
                <a:lnTo>
                  <a:pt x="1584629" y="344157"/>
                </a:lnTo>
                <a:close/>
              </a:path>
              <a:path w="1767204" h="390525">
                <a:moveTo>
                  <a:pt x="1616293" y="94991"/>
                </a:moveTo>
                <a:lnTo>
                  <a:pt x="1560504" y="94991"/>
                </a:lnTo>
                <a:lnTo>
                  <a:pt x="1642679" y="301938"/>
                </a:lnTo>
                <a:lnTo>
                  <a:pt x="1638910" y="314754"/>
                </a:lnTo>
                <a:lnTo>
                  <a:pt x="1613576" y="344659"/>
                </a:lnTo>
                <a:lnTo>
                  <a:pt x="1613336" y="344659"/>
                </a:lnTo>
                <a:lnTo>
                  <a:pt x="1607010" y="346230"/>
                </a:lnTo>
                <a:lnTo>
                  <a:pt x="1599330" y="346795"/>
                </a:lnTo>
                <a:lnTo>
                  <a:pt x="1675867" y="346795"/>
                </a:lnTo>
                <a:lnTo>
                  <a:pt x="1712354" y="252557"/>
                </a:lnTo>
                <a:lnTo>
                  <a:pt x="1667558" y="252557"/>
                </a:lnTo>
                <a:lnTo>
                  <a:pt x="1665327" y="245042"/>
                </a:lnTo>
                <a:lnTo>
                  <a:pt x="1663156" y="237573"/>
                </a:lnTo>
                <a:lnTo>
                  <a:pt x="1661045" y="230152"/>
                </a:lnTo>
                <a:lnTo>
                  <a:pt x="1658993" y="222778"/>
                </a:lnTo>
                <a:lnTo>
                  <a:pt x="1656868" y="215263"/>
                </a:lnTo>
                <a:lnTo>
                  <a:pt x="1654638" y="207794"/>
                </a:lnTo>
                <a:lnTo>
                  <a:pt x="1652296" y="200373"/>
                </a:lnTo>
                <a:lnTo>
                  <a:pt x="1649841" y="192999"/>
                </a:lnTo>
                <a:lnTo>
                  <a:pt x="1616293" y="94991"/>
                </a:lnTo>
                <a:close/>
              </a:path>
              <a:path w="1767204" h="390525">
                <a:moveTo>
                  <a:pt x="1766696" y="94991"/>
                </a:moveTo>
                <a:lnTo>
                  <a:pt x="1713546" y="94991"/>
                </a:lnTo>
                <a:lnTo>
                  <a:pt x="1684521" y="192999"/>
                </a:lnTo>
                <a:lnTo>
                  <a:pt x="1682655" y="200208"/>
                </a:lnTo>
                <a:lnTo>
                  <a:pt x="1680732" y="207512"/>
                </a:lnTo>
                <a:lnTo>
                  <a:pt x="1678749" y="214909"/>
                </a:lnTo>
                <a:lnTo>
                  <a:pt x="1676708" y="222401"/>
                </a:lnTo>
                <a:lnTo>
                  <a:pt x="1674797" y="229940"/>
                </a:lnTo>
                <a:lnTo>
                  <a:pt x="1672930" y="237573"/>
                </a:lnTo>
                <a:lnTo>
                  <a:pt x="1671163" y="245042"/>
                </a:lnTo>
                <a:lnTo>
                  <a:pt x="1669443" y="252557"/>
                </a:lnTo>
                <a:lnTo>
                  <a:pt x="1712354" y="252557"/>
                </a:lnTo>
                <a:lnTo>
                  <a:pt x="1766696" y="949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38103" y="3924529"/>
            <a:ext cx="1835343" cy="76123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558678" y="3946016"/>
            <a:ext cx="1535931" cy="73974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199642" y="5154816"/>
            <a:ext cx="1078865" cy="402590"/>
          </a:xfrm>
          <a:custGeom>
            <a:avLst/>
            <a:gdLst/>
            <a:ahLst/>
            <a:cxnLst/>
            <a:rect l="l" t="t" r="r" b="b"/>
            <a:pathLst>
              <a:path w="1078864" h="402589">
                <a:moveTo>
                  <a:pt x="257583" y="6806"/>
                </a:moveTo>
                <a:lnTo>
                  <a:pt x="0" y="6806"/>
                </a:lnTo>
                <a:lnTo>
                  <a:pt x="0" y="71725"/>
                </a:lnTo>
                <a:lnTo>
                  <a:pt x="174340" y="71725"/>
                </a:lnTo>
                <a:lnTo>
                  <a:pt x="161022" y="90736"/>
                </a:lnTo>
                <a:lnTo>
                  <a:pt x="137724" y="128170"/>
                </a:lnTo>
                <a:lnTo>
                  <a:pt x="119008" y="165014"/>
                </a:lnTo>
                <a:lnTo>
                  <a:pt x="104087" y="202448"/>
                </a:lnTo>
                <a:lnTo>
                  <a:pt x="92471" y="240634"/>
                </a:lnTo>
                <a:lnTo>
                  <a:pt x="83570" y="280946"/>
                </a:lnTo>
                <a:lnTo>
                  <a:pt x="77190" y="323779"/>
                </a:lnTo>
                <a:lnTo>
                  <a:pt x="72739" y="370113"/>
                </a:lnTo>
                <a:lnTo>
                  <a:pt x="71202" y="394752"/>
                </a:lnTo>
                <a:lnTo>
                  <a:pt x="148686" y="394752"/>
                </a:lnTo>
                <a:lnTo>
                  <a:pt x="150126" y="366971"/>
                </a:lnTo>
                <a:lnTo>
                  <a:pt x="151827" y="340696"/>
                </a:lnTo>
                <a:lnTo>
                  <a:pt x="156016" y="292661"/>
                </a:lnTo>
                <a:lnTo>
                  <a:pt x="162560" y="249207"/>
                </a:lnTo>
                <a:lnTo>
                  <a:pt x="171722" y="208894"/>
                </a:lnTo>
                <a:lnTo>
                  <a:pt x="185072" y="170413"/>
                </a:lnTo>
                <a:lnTo>
                  <a:pt x="203135" y="132456"/>
                </a:lnTo>
                <a:lnTo>
                  <a:pt x="227218" y="93976"/>
                </a:lnTo>
                <a:lnTo>
                  <a:pt x="257583" y="53925"/>
                </a:lnTo>
                <a:lnTo>
                  <a:pt x="257583" y="6806"/>
                </a:lnTo>
                <a:close/>
              </a:path>
              <a:path w="1078864" h="402589">
                <a:moveTo>
                  <a:pt x="437077" y="0"/>
                </a:moveTo>
                <a:lnTo>
                  <a:pt x="417580" y="1407"/>
                </a:lnTo>
                <a:lnTo>
                  <a:pt x="417891" y="1407"/>
                </a:lnTo>
                <a:lnTo>
                  <a:pt x="400167" y="5497"/>
                </a:lnTo>
                <a:lnTo>
                  <a:pt x="354095" y="34390"/>
                </a:lnTo>
                <a:lnTo>
                  <a:pt x="331059" y="67635"/>
                </a:lnTo>
                <a:lnTo>
                  <a:pt x="314797" y="111874"/>
                </a:lnTo>
                <a:lnTo>
                  <a:pt x="306682" y="167108"/>
                </a:lnTo>
                <a:lnTo>
                  <a:pt x="305668" y="198946"/>
                </a:lnTo>
                <a:lnTo>
                  <a:pt x="306682" y="231112"/>
                </a:lnTo>
                <a:lnTo>
                  <a:pt x="314797" y="287393"/>
                </a:lnTo>
                <a:lnTo>
                  <a:pt x="331059" y="332646"/>
                </a:lnTo>
                <a:lnTo>
                  <a:pt x="354095" y="366677"/>
                </a:lnTo>
                <a:lnTo>
                  <a:pt x="400167" y="396453"/>
                </a:lnTo>
                <a:lnTo>
                  <a:pt x="437077" y="402082"/>
                </a:lnTo>
                <a:lnTo>
                  <a:pt x="456317" y="400674"/>
                </a:lnTo>
                <a:lnTo>
                  <a:pt x="506185" y="379569"/>
                </a:lnTo>
                <a:lnTo>
                  <a:pt x="532231" y="351036"/>
                </a:lnTo>
                <a:lnTo>
                  <a:pt x="537497" y="341874"/>
                </a:lnTo>
                <a:lnTo>
                  <a:pt x="437077" y="341874"/>
                </a:lnTo>
                <a:lnTo>
                  <a:pt x="429126" y="341056"/>
                </a:lnTo>
                <a:lnTo>
                  <a:pt x="395455" y="311247"/>
                </a:lnTo>
                <a:lnTo>
                  <a:pt x="382858" y="267662"/>
                </a:lnTo>
                <a:lnTo>
                  <a:pt x="378931" y="224731"/>
                </a:lnTo>
                <a:lnTo>
                  <a:pt x="378440" y="198946"/>
                </a:lnTo>
                <a:lnTo>
                  <a:pt x="378931" y="173456"/>
                </a:lnTo>
                <a:lnTo>
                  <a:pt x="382858" y="131311"/>
                </a:lnTo>
                <a:lnTo>
                  <a:pt x="395455" y="88478"/>
                </a:lnTo>
                <a:lnTo>
                  <a:pt x="429126" y="59945"/>
                </a:lnTo>
                <a:lnTo>
                  <a:pt x="437077" y="59160"/>
                </a:lnTo>
                <a:lnTo>
                  <a:pt x="537651" y="59160"/>
                </a:lnTo>
                <a:lnTo>
                  <a:pt x="532231" y="49998"/>
                </a:lnTo>
                <a:lnTo>
                  <a:pt x="490871" y="12663"/>
                </a:lnTo>
                <a:lnTo>
                  <a:pt x="456317" y="1407"/>
                </a:lnTo>
                <a:lnTo>
                  <a:pt x="437077" y="0"/>
                </a:lnTo>
                <a:close/>
              </a:path>
              <a:path w="1078864" h="402589">
                <a:moveTo>
                  <a:pt x="537651" y="59160"/>
                </a:moveTo>
                <a:lnTo>
                  <a:pt x="437077" y="59160"/>
                </a:lnTo>
                <a:lnTo>
                  <a:pt x="445454" y="59945"/>
                </a:lnTo>
                <a:lnTo>
                  <a:pt x="453307" y="62301"/>
                </a:lnTo>
                <a:lnTo>
                  <a:pt x="483836" y="100389"/>
                </a:lnTo>
                <a:lnTo>
                  <a:pt x="493358" y="150911"/>
                </a:lnTo>
                <a:lnTo>
                  <a:pt x="495191" y="198946"/>
                </a:lnTo>
                <a:lnTo>
                  <a:pt x="494732" y="224731"/>
                </a:lnTo>
                <a:lnTo>
                  <a:pt x="491068" y="267662"/>
                </a:lnTo>
                <a:lnTo>
                  <a:pt x="479092" y="311247"/>
                </a:lnTo>
                <a:lnTo>
                  <a:pt x="445454" y="341056"/>
                </a:lnTo>
                <a:lnTo>
                  <a:pt x="437077" y="341874"/>
                </a:lnTo>
                <a:lnTo>
                  <a:pt x="537497" y="341874"/>
                </a:lnTo>
                <a:lnTo>
                  <a:pt x="559063" y="287393"/>
                </a:lnTo>
                <a:lnTo>
                  <a:pt x="567440" y="231112"/>
                </a:lnTo>
                <a:lnTo>
                  <a:pt x="568487" y="198946"/>
                </a:lnTo>
                <a:lnTo>
                  <a:pt x="567440" y="167108"/>
                </a:lnTo>
                <a:lnTo>
                  <a:pt x="564298" y="138084"/>
                </a:lnTo>
                <a:lnTo>
                  <a:pt x="559063" y="111874"/>
                </a:lnTo>
                <a:lnTo>
                  <a:pt x="551733" y="88478"/>
                </a:lnTo>
                <a:lnTo>
                  <a:pt x="542800" y="67864"/>
                </a:lnTo>
                <a:lnTo>
                  <a:pt x="537651" y="59160"/>
                </a:lnTo>
                <a:close/>
              </a:path>
              <a:path w="1078864" h="402589">
                <a:moveTo>
                  <a:pt x="971534" y="0"/>
                </a:moveTo>
                <a:lnTo>
                  <a:pt x="925986" y="0"/>
                </a:lnTo>
                <a:lnTo>
                  <a:pt x="714997" y="402082"/>
                </a:lnTo>
                <a:lnTo>
                  <a:pt x="761069" y="402082"/>
                </a:lnTo>
                <a:lnTo>
                  <a:pt x="971534" y="0"/>
                </a:lnTo>
                <a:close/>
              </a:path>
              <a:path w="1078864" h="402589">
                <a:moveTo>
                  <a:pt x="984623" y="156016"/>
                </a:moveTo>
                <a:lnTo>
                  <a:pt x="946535" y="164262"/>
                </a:lnTo>
                <a:lnTo>
                  <a:pt x="916562" y="188083"/>
                </a:lnTo>
                <a:lnTo>
                  <a:pt x="896634" y="226400"/>
                </a:lnTo>
                <a:lnTo>
                  <a:pt x="892965" y="241877"/>
                </a:lnTo>
                <a:lnTo>
                  <a:pt x="892872" y="242270"/>
                </a:lnTo>
                <a:lnTo>
                  <a:pt x="890614" y="259645"/>
                </a:lnTo>
                <a:lnTo>
                  <a:pt x="889861" y="278525"/>
                </a:lnTo>
                <a:lnTo>
                  <a:pt x="890614" y="297209"/>
                </a:lnTo>
                <a:lnTo>
                  <a:pt x="901903" y="345015"/>
                </a:lnTo>
                <a:lnTo>
                  <a:pt x="925462" y="379275"/>
                </a:lnTo>
                <a:lnTo>
                  <a:pt x="958445" y="398417"/>
                </a:lnTo>
                <a:lnTo>
                  <a:pt x="984623" y="402082"/>
                </a:lnTo>
                <a:lnTo>
                  <a:pt x="997842" y="401165"/>
                </a:lnTo>
                <a:lnTo>
                  <a:pt x="1042932" y="379275"/>
                </a:lnTo>
                <a:lnTo>
                  <a:pt x="1059664" y="358104"/>
                </a:lnTo>
                <a:lnTo>
                  <a:pt x="984623" y="358104"/>
                </a:lnTo>
                <a:lnTo>
                  <a:pt x="976344" y="356959"/>
                </a:lnTo>
                <a:lnTo>
                  <a:pt x="947189" y="315042"/>
                </a:lnTo>
                <a:lnTo>
                  <a:pt x="944310" y="278525"/>
                </a:lnTo>
                <a:lnTo>
                  <a:pt x="944986" y="259645"/>
                </a:lnTo>
                <a:lnTo>
                  <a:pt x="945030" y="258434"/>
                </a:lnTo>
                <a:lnTo>
                  <a:pt x="955828" y="217794"/>
                </a:lnTo>
                <a:lnTo>
                  <a:pt x="984623" y="199993"/>
                </a:lnTo>
                <a:lnTo>
                  <a:pt x="1060075" y="199993"/>
                </a:lnTo>
                <a:lnTo>
                  <a:pt x="1059686" y="199241"/>
                </a:lnTo>
                <a:lnTo>
                  <a:pt x="1032789" y="170675"/>
                </a:lnTo>
                <a:lnTo>
                  <a:pt x="997842" y="156932"/>
                </a:lnTo>
                <a:lnTo>
                  <a:pt x="984623" y="156016"/>
                </a:lnTo>
                <a:close/>
              </a:path>
              <a:path w="1078864" h="402589">
                <a:moveTo>
                  <a:pt x="1060075" y="199993"/>
                </a:moveTo>
                <a:lnTo>
                  <a:pt x="984623" y="199993"/>
                </a:lnTo>
                <a:lnTo>
                  <a:pt x="992672" y="201106"/>
                </a:lnTo>
                <a:lnTo>
                  <a:pt x="1000067" y="204444"/>
                </a:lnTo>
                <a:lnTo>
                  <a:pt x="1021533" y="241615"/>
                </a:lnTo>
                <a:lnTo>
                  <a:pt x="1024412" y="278525"/>
                </a:lnTo>
                <a:lnTo>
                  <a:pt x="1023730" y="297209"/>
                </a:lnTo>
                <a:lnTo>
                  <a:pt x="1023692" y="298256"/>
                </a:lnTo>
                <a:lnTo>
                  <a:pt x="1021600" y="314519"/>
                </a:lnTo>
                <a:lnTo>
                  <a:pt x="1021533" y="315042"/>
                </a:lnTo>
                <a:lnTo>
                  <a:pt x="1017933" y="328883"/>
                </a:lnTo>
                <a:lnTo>
                  <a:pt x="984623" y="358104"/>
                </a:lnTo>
                <a:lnTo>
                  <a:pt x="1059669" y="358104"/>
                </a:lnTo>
                <a:lnTo>
                  <a:pt x="1075719" y="314519"/>
                </a:lnTo>
                <a:lnTo>
                  <a:pt x="1078861" y="278525"/>
                </a:lnTo>
                <a:lnTo>
                  <a:pt x="1078075" y="259645"/>
                </a:lnTo>
                <a:lnTo>
                  <a:pt x="1075719" y="242270"/>
                </a:lnTo>
                <a:lnTo>
                  <a:pt x="1071793" y="226400"/>
                </a:lnTo>
                <a:lnTo>
                  <a:pt x="1066296" y="212035"/>
                </a:lnTo>
                <a:lnTo>
                  <a:pt x="1060075" y="199993"/>
                </a:lnTo>
                <a:close/>
              </a:path>
              <a:path w="1078864" h="402589">
                <a:moveTo>
                  <a:pt x="702432" y="0"/>
                </a:moveTo>
                <a:lnTo>
                  <a:pt x="664835" y="8245"/>
                </a:lnTo>
                <a:lnTo>
                  <a:pt x="634633" y="32067"/>
                </a:lnTo>
                <a:lnTo>
                  <a:pt x="614968" y="70351"/>
                </a:lnTo>
                <a:lnTo>
                  <a:pt x="608194" y="121985"/>
                </a:lnTo>
                <a:lnTo>
                  <a:pt x="608947" y="140669"/>
                </a:lnTo>
                <a:lnTo>
                  <a:pt x="620236" y="188475"/>
                </a:lnTo>
                <a:lnTo>
                  <a:pt x="643599" y="222735"/>
                </a:lnTo>
                <a:lnTo>
                  <a:pt x="676648" y="241877"/>
                </a:lnTo>
                <a:lnTo>
                  <a:pt x="702432" y="245542"/>
                </a:lnTo>
                <a:lnTo>
                  <a:pt x="716110" y="244626"/>
                </a:lnTo>
                <a:lnTo>
                  <a:pt x="751645" y="230883"/>
                </a:lnTo>
                <a:lnTo>
                  <a:pt x="778163" y="202088"/>
                </a:lnTo>
                <a:lnTo>
                  <a:pt x="702432" y="202088"/>
                </a:lnTo>
                <a:lnTo>
                  <a:pt x="694350" y="200942"/>
                </a:lnTo>
                <a:lnTo>
                  <a:pt x="668598" y="172835"/>
                </a:lnTo>
                <a:lnTo>
                  <a:pt x="662119" y="121985"/>
                </a:lnTo>
                <a:lnTo>
                  <a:pt x="662802" y="103334"/>
                </a:lnTo>
                <a:lnTo>
                  <a:pt x="662839" y="102320"/>
                </a:lnTo>
                <a:lnTo>
                  <a:pt x="664948" y="86123"/>
                </a:lnTo>
                <a:lnTo>
                  <a:pt x="664999" y="85730"/>
                </a:lnTo>
                <a:lnTo>
                  <a:pt x="686857" y="48035"/>
                </a:lnTo>
                <a:lnTo>
                  <a:pt x="702432" y="43454"/>
                </a:lnTo>
                <a:lnTo>
                  <a:pt x="778661" y="43454"/>
                </a:lnTo>
                <a:lnTo>
                  <a:pt x="778543" y="43225"/>
                </a:lnTo>
                <a:lnTo>
                  <a:pt x="751645" y="14659"/>
                </a:lnTo>
                <a:lnTo>
                  <a:pt x="716110" y="916"/>
                </a:lnTo>
                <a:lnTo>
                  <a:pt x="702432" y="0"/>
                </a:lnTo>
                <a:close/>
              </a:path>
              <a:path w="1078864" h="402589">
                <a:moveTo>
                  <a:pt x="778661" y="43454"/>
                </a:moveTo>
                <a:lnTo>
                  <a:pt x="702432" y="43454"/>
                </a:lnTo>
                <a:lnTo>
                  <a:pt x="710482" y="44599"/>
                </a:lnTo>
                <a:lnTo>
                  <a:pt x="717877" y="48035"/>
                </a:lnTo>
                <a:lnTo>
                  <a:pt x="739735" y="85730"/>
                </a:lnTo>
                <a:lnTo>
                  <a:pt x="742745" y="121985"/>
                </a:lnTo>
                <a:lnTo>
                  <a:pt x="742041" y="140669"/>
                </a:lnTo>
                <a:lnTo>
                  <a:pt x="730704" y="183764"/>
                </a:lnTo>
                <a:lnTo>
                  <a:pt x="702432" y="202088"/>
                </a:lnTo>
                <a:lnTo>
                  <a:pt x="778163" y="202088"/>
                </a:lnTo>
                <a:lnTo>
                  <a:pt x="794183" y="157979"/>
                </a:lnTo>
                <a:lnTo>
                  <a:pt x="797194" y="121985"/>
                </a:lnTo>
                <a:lnTo>
                  <a:pt x="796441" y="103334"/>
                </a:lnTo>
                <a:lnTo>
                  <a:pt x="794183" y="86123"/>
                </a:lnTo>
                <a:lnTo>
                  <a:pt x="790420" y="70351"/>
                </a:lnTo>
                <a:lnTo>
                  <a:pt x="785152" y="56019"/>
                </a:lnTo>
                <a:lnTo>
                  <a:pt x="778661" y="43454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51929" y="5215338"/>
            <a:ext cx="1706590" cy="34009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4687353" y="5224448"/>
            <a:ext cx="1283335" cy="395605"/>
          </a:xfrm>
          <a:custGeom>
            <a:avLst/>
            <a:gdLst/>
            <a:ahLst/>
            <a:cxnLst/>
            <a:rect l="l" t="t" r="r" b="b"/>
            <a:pathLst>
              <a:path w="1283334" h="395604">
                <a:moveTo>
                  <a:pt x="232977" y="325121"/>
                </a:moveTo>
                <a:lnTo>
                  <a:pt x="0" y="325121"/>
                </a:lnTo>
                <a:lnTo>
                  <a:pt x="0" y="387946"/>
                </a:lnTo>
                <a:lnTo>
                  <a:pt x="232977" y="387946"/>
                </a:lnTo>
                <a:lnTo>
                  <a:pt x="232977" y="325121"/>
                </a:lnTo>
                <a:close/>
              </a:path>
              <a:path w="1283334" h="395604">
                <a:moveTo>
                  <a:pt x="160204" y="10470"/>
                </a:moveTo>
                <a:lnTo>
                  <a:pt x="103138" y="10470"/>
                </a:lnTo>
                <a:lnTo>
                  <a:pt x="93779" y="15771"/>
                </a:lnTo>
                <a:lnTo>
                  <a:pt x="84028" y="20680"/>
                </a:lnTo>
                <a:lnTo>
                  <a:pt x="40312" y="36648"/>
                </a:lnTo>
                <a:lnTo>
                  <a:pt x="13088" y="42930"/>
                </a:lnTo>
                <a:lnTo>
                  <a:pt x="13088" y="91096"/>
                </a:lnTo>
                <a:lnTo>
                  <a:pt x="83767" y="91096"/>
                </a:lnTo>
                <a:lnTo>
                  <a:pt x="83767" y="325121"/>
                </a:lnTo>
                <a:lnTo>
                  <a:pt x="160204" y="325121"/>
                </a:lnTo>
                <a:lnTo>
                  <a:pt x="160204" y="10470"/>
                </a:lnTo>
                <a:close/>
              </a:path>
              <a:path w="1283334" h="395604">
                <a:moveTo>
                  <a:pt x="514038" y="78531"/>
                </a:moveTo>
                <a:lnTo>
                  <a:pt x="445454" y="78531"/>
                </a:lnTo>
                <a:lnTo>
                  <a:pt x="445014" y="86123"/>
                </a:lnTo>
                <a:lnTo>
                  <a:pt x="442902" y="130755"/>
                </a:lnTo>
                <a:lnTo>
                  <a:pt x="442313" y="387946"/>
                </a:lnTo>
                <a:lnTo>
                  <a:pt x="514038" y="387946"/>
                </a:lnTo>
                <a:lnTo>
                  <a:pt x="514038" y="78531"/>
                </a:lnTo>
                <a:close/>
              </a:path>
              <a:path w="1283334" h="395604">
                <a:moveTo>
                  <a:pt x="514038" y="10470"/>
                </a:moveTo>
                <a:lnTo>
                  <a:pt x="421371" y="10470"/>
                </a:lnTo>
                <a:lnTo>
                  <a:pt x="276873" y="241353"/>
                </a:lnTo>
                <a:lnTo>
                  <a:pt x="276873" y="294231"/>
                </a:lnTo>
                <a:lnTo>
                  <a:pt x="442338" y="294231"/>
                </a:lnTo>
                <a:lnTo>
                  <a:pt x="442355" y="235071"/>
                </a:lnTo>
                <a:lnTo>
                  <a:pt x="351739" y="235071"/>
                </a:lnTo>
                <a:lnTo>
                  <a:pt x="411947" y="139786"/>
                </a:lnTo>
                <a:lnTo>
                  <a:pt x="432038" y="101305"/>
                </a:lnTo>
                <a:lnTo>
                  <a:pt x="442836" y="78531"/>
                </a:lnTo>
                <a:lnTo>
                  <a:pt x="514038" y="78531"/>
                </a:lnTo>
                <a:lnTo>
                  <a:pt x="514038" y="10470"/>
                </a:lnTo>
                <a:close/>
              </a:path>
              <a:path w="1283334" h="395604">
                <a:moveTo>
                  <a:pt x="560110" y="235071"/>
                </a:moveTo>
                <a:lnTo>
                  <a:pt x="514038" y="235071"/>
                </a:lnTo>
                <a:lnTo>
                  <a:pt x="514038" y="294231"/>
                </a:lnTo>
                <a:lnTo>
                  <a:pt x="560110" y="294231"/>
                </a:lnTo>
                <a:lnTo>
                  <a:pt x="560110" y="235071"/>
                </a:lnTo>
                <a:close/>
              </a:path>
              <a:path w="1283334" h="395604">
                <a:moveTo>
                  <a:pt x="729133" y="3141"/>
                </a:moveTo>
                <a:lnTo>
                  <a:pt x="675044" y="15510"/>
                </a:lnTo>
                <a:lnTo>
                  <a:pt x="633455" y="52485"/>
                </a:lnTo>
                <a:lnTo>
                  <a:pt x="613953" y="90573"/>
                </a:lnTo>
                <a:lnTo>
                  <a:pt x="601781" y="138870"/>
                </a:lnTo>
                <a:lnTo>
                  <a:pt x="597723" y="197899"/>
                </a:lnTo>
                <a:lnTo>
                  <a:pt x="598738" y="228592"/>
                </a:lnTo>
                <a:lnTo>
                  <a:pt x="606853" y="282517"/>
                </a:lnTo>
                <a:lnTo>
                  <a:pt x="622886" y="326429"/>
                </a:lnTo>
                <a:lnTo>
                  <a:pt x="645660" y="359936"/>
                </a:lnTo>
                <a:lnTo>
                  <a:pt x="691831" y="389647"/>
                </a:lnTo>
                <a:lnTo>
                  <a:pt x="729133" y="395275"/>
                </a:lnTo>
                <a:lnTo>
                  <a:pt x="748373" y="393868"/>
                </a:lnTo>
                <a:lnTo>
                  <a:pt x="798241" y="372763"/>
                </a:lnTo>
                <a:lnTo>
                  <a:pt x="824680" y="344492"/>
                </a:lnTo>
                <a:lnTo>
                  <a:pt x="830245" y="335068"/>
                </a:lnTo>
                <a:lnTo>
                  <a:pt x="729133" y="335068"/>
                </a:lnTo>
                <a:lnTo>
                  <a:pt x="721182" y="334315"/>
                </a:lnTo>
                <a:lnTo>
                  <a:pt x="687511" y="306142"/>
                </a:lnTo>
                <a:lnTo>
                  <a:pt x="674914" y="264062"/>
                </a:lnTo>
                <a:lnTo>
                  <a:pt x="670987" y="222702"/>
                </a:lnTo>
                <a:lnTo>
                  <a:pt x="670496" y="197899"/>
                </a:lnTo>
                <a:lnTo>
                  <a:pt x="670987" y="172933"/>
                </a:lnTo>
                <a:lnTo>
                  <a:pt x="674914" y="131835"/>
                </a:lnTo>
                <a:lnTo>
                  <a:pt x="687511" y="90834"/>
                </a:lnTo>
                <a:lnTo>
                  <a:pt x="721182" y="64068"/>
                </a:lnTo>
                <a:lnTo>
                  <a:pt x="729133" y="63348"/>
                </a:lnTo>
                <a:lnTo>
                  <a:pt x="831226" y="63348"/>
                </a:lnTo>
                <a:lnTo>
                  <a:pt x="824680" y="52485"/>
                </a:lnTo>
                <a:lnTo>
                  <a:pt x="782927" y="15510"/>
                </a:lnTo>
                <a:lnTo>
                  <a:pt x="748373" y="4515"/>
                </a:lnTo>
                <a:lnTo>
                  <a:pt x="729133" y="3141"/>
                </a:lnTo>
                <a:close/>
              </a:path>
              <a:path w="1283334" h="395604">
                <a:moveTo>
                  <a:pt x="831226" y="63348"/>
                </a:moveTo>
                <a:lnTo>
                  <a:pt x="729133" y="63348"/>
                </a:lnTo>
                <a:lnTo>
                  <a:pt x="737510" y="64068"/>
                </a:lnTo>
                <a:lnTo>
                  <a:pt x="745363" y="66228"/>
                </a:lnTo>
                <a:lnTo>
                  <a:pt x="775892" y="102156"/>
                </a:lnTo>
                <a:lnTo>
                  <a:pt x="785414" y="150911"/>
                </a:lnTo>
                <a:lnTo>
                  <a:pt x="787247" y="197899"/>
                </a:lnTo>
                <a:lnTo>
                  <a:pt x="786788" y="222702"/>
                </a:lnTo>
                <a:lnTo>
                  <a:pt x="783124" y="264062"/>
                </a:lnTo>
                <a:lnTo>
                  <a:pt x="771147" y="306142"/>
                </a:lnTo>
                <a:lnTo>
                  <a:pt x="737510" y="334315"/>
                </a:lnTo>
                <a:lnTo>
                  <a:pt x="729133" y="335068"/>
                </a:lnTo>
                <a:lnTo>
                  <a:pt x="830245" y="335068"/>
                </a:lnTo>
                <a:lnTo>
                  <a:pt x="851413" y="282517"/>
                </a:lnTo>
                <a:lnTo>
                  <a:pt x="859528" y="228592"/>
                </a:lnTo>
                <a:lnTo>
                  <a:pt x="860543" y="197899"/>
                </a:lnTo>
                <a:lnTo>
                  <a:pt x="859528" y="167043"/>
                </a:lnTo>
                <a:lnTo>
                  <a:pt x="856485" y="138870"/>
                </a:lnTo>
                <a:lnTo>
                  <a:pt x="851413" y="113380"/>
                </a:lnTo>
                <a:lnTo>
                  <a:pt x="844394" y="90834"/>
                </a:lnTo>
                <a:lnTo>
                  <a:pt x="844313" y="90573"/>
                </a:lnTo>
                <a:lnTo>
                  <a:pt x="835347" y="70187"/>
                </a:lnTo>
                <a:lnTo>
                  <a:pt x="831226" y="63348"/>
                </a:lnTo>
                <a:close/>
              </a:path>
              <a:path w="1283334" h="395604">
                <a:moveTo>
                  <a:pt x="1017001" y="0"/>
                </a:moveTo>
                <a:lnTo>
                  <a:pt x="931139" y="0"/>
                </a:lnTo>
                <a:lnTo>
                  <a:pt x="931139" y="387946"/>
                </a:lnTo>
                <a:lnTo>
                  <a:pt x="1000771" y="387946"/>
                </a:lnTo>
                <a:lnTo>
                  <a:pt x="1000671" y="218841"/>
                </a:lnTo>
                <a:lnTo>
                  <a:pt x="998677" y="184811"/>
                </a:lnTo>
                <a:lnTo>
                  <a:pt x="997859" y="173554"/>
                </a:lnTo>
                <a:lnTo>
                  <a:pt x="993965" y="128595"/>
                </a:lnTo>
                <a:lnTo>
                  <a:pt x="990823" y="98949"/>
                </a:lnTo>
                <a:lnTo>
                  <a:pt x="1052827" y="98949"/>
                </a:lnTo>
                <a:lnTo>
                  <a:pt x="1017001" y="0"/>
                </a:lnTo>
                <a:close/>
              </a:path>
              <a:path w="1283334" h="395604">
                <a:moveTo>
                  <a:pt x="1282961" y="98949"/>
                </a:moveTo>
                <a:lnTo>
                  <a:pt x="1222230" y="98949"/>
                </a:lnTo>
                <a:lnTo>
                  <a:pt x="1221150" y="108177"/>
                </a:lnTo>
                <a:lnTo>
                  <a:pt x="1216504" y="151042"/>
                </a:lnTo>
                <a:lnTo>
                  <a:pt x="1213166" y="195838"/>
                </a:lnTo>
                <a:lnTo>
                  <a:pt x="1212283" y="387946"/>
                </a:lnTo>
                <a:lnTo>
                  <a:pt x="1282961" y="387946"/>
                </a:lnTo>
                <a:lnTo>
                  <a:pt x="1282961" y="98949"/>
                </a:lnTo>
                <a:close/>
              </a:path>
              <a:path w="1283334" h="395604">
                <a:moveTo>
                  <a:pt x="1052827" y="98949"/>
                </a:moveTo>
                <a:lnTo>
                  <a:pt x="992918" y="98949"/>
                </a:lnTo>
                <a:lnTo>
                  <a:pt x="1023807" y="190046"/>
                </a:lnTo>
                <a:lnTo>
                  <a:pt x="1084014" y="352868"/>
                </a:lnTo>
                <a:lnTo>
                  <a:pt x="1128515" y="352868"/>
                </a:lnTo>
                <a:lnTo>
                  <a:pt x="1164019" y="256013"/>
                </a:lnTo>
                <a:lnTo>
                  <a:pt x="1106527" y="256013"/>
                </a:lnTo>
                <a:lnTo>
                  <a:pt x="1103647" y="246818"/>
                </a:lnTo>
                <a:lnTo>
                  <a:pt x="1097888" y="228232"/>
                </a:lnTo>
                <a:lnTo>
                  <a:pt x="1092096" y="209286"/>
                </a:lnTo>
                <a:lnTo>
                  <a:pt x="1089119" y="199993"/>
                </a:lnTo>
                <a:lnTo>
                  <a:pt x="1086076" y="190962"/>
                </a:lnTo>
                <a:lnTo>
                  <a:pt x="1082967" y="182193"/>
                </a:lnTo>
                <a:lnTo>
                  <a:pt x="1052827" y="98949"/>
                </a:lnTo>
                <a:close/>
              </a:path>
              <a:path w="1283334" h="395604">
                <a:moveTo>
                  <a:pt x="1282961" y="0"/>
                </a:moveTo>
                <a:lnTo>
                  <a:pt x="1197100" y="0"/>
                </a:lnTo>
                <a:lnTo>
                  <a:pt x="1132180" y="182193"/>
                </a:lnTo>
                <a:lnTo>
                  <a:pt x="1129530" y="190962"/>
                </a:lnTo>
                <a:lnTo>
                  <a:pt x="1121186" y="218841"/>
                </a:lnTo>
                <a:lnTo>
                  <a:pt x="1118274" y="228232"/>
                </a:lnTo>
                <a:lnTo>
                  <a:pt x="1115296" y="237558"/>
                </a:lnTo>
                <a:lnTo>
                  <a:pt x="1112253" y="246818"/>
                </a:lnTo>
                <a:lnTo>
                  <a:pt x="1109144" y="256013"/>
                </a:lnTo>
                <a:lnTo>
                  <a:pt x="1164019" y="256013"/>
                </a:lnTo>
                <a:lnTo>
                  <a:pt x="1188200" y="190046"/>
                </a:lnTo>
                <a:lnTo>
                  <a:pt x="1220136" y="98949"/>
                </a:lnTo>
                <a:lnTo>
                  <a:pt x="1282961" y="98949"/>
                </a:lnTo>
                <a:lnTo>
                  <a:pt x="1282961" y="0"/>
                </a:lnTo>
                <a:close/>
              </a:path>
            </a:pathLst>
          </a:custGeom>
          <a:solidFill>
            <a:srgbClr val="F9BD2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173922" y="5278163"/>
            <a:ext cx="1706590" cy="340094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365746" y="5164764"/>
            <a:ext cx="1056005" cy="392430"/>
          </a:xfrm>
          <a:custGeom>
            <a:avLst/>
            <a:gdLst/>
            <a:ahLst/>
            <a:cxnLst/>
            <a:rect l="l" t="t" r="r" b="b"/>
            <a:pathLst>
              <a:path w="1056004" h="392429">
                <a:moveTo>
                  <a:pt x="232647" y="60731"/>
                </a:moveTo>
                <a:lnTo>
                  <a:pt x="113609" y="60731"/>
                </a:lnTo>
                <a:lnTo>
                  <a:pt x="122640" y="61189"/>
                </a:lnTo>
                <a:lnTo>
                  <a:pt x="130886" y="62563"/>
                </a:lnTo>
                <a:lnTo>
                  <a:pt x="164916" y="89002"/>
                </a:lnTo>
                <a:lnTo>
                  <a:pt x="171722" y="121985"/>
                </a:lnTo>
                <a:lnTo>
                  <a:pt x="170413" y="136154"/>
                </a:lnTo>
                <a:lnTo>
                  <a:pt x="166556" y="150649"/>
                </a:lnTo>
                <a:lnTo>
                  <a:pt x="166487" y="150911"/>
                </a:lnTo>
                <a:lnTo>
                  <a:pt x="139262" y="198619"/>
                </a:lnTo>
                <a:lnTo>
                  <a:pt x="109944" y="234220"/>
                </a:lnTo>
                <a:lnTo>
                  <a:pt x="72510" y="273355"/>
                </a:lnTo>
                <a:lnTo>
                  <a:pt x="28533" y="316809"/>
                </a:lnTo>
                <a:lnTo>
                  <a:pt x="4188" y="340303"/>
                </a:lnTo>
                <a:lnTo>
                  <a:pt x="4188" y="384805"/>
                </a:lnTo>
                <a:lnTo>
                  <a:pt x="263866" y="384805"/>
                </a:lnTo>
                <a:lnTo>
                  <a:pt x="263866" y="324597"/>
                </a:lnTo>
                <a:lnTo>
                  <a:pt x="115179" y="324597"/>
                </a:lnTo>
                <a:lnTo>
                  <a:pt x="132358" y="306404"/>
                </a:lnTo>
                <a:lnTo>
                  <a:pt x="164556" y="270803"/>
                </a:lnTo>
                <a:lnTo>
                  <a:pt x="193744" y="235922"/>
                </a:lnTo>
                <a:lnTo>
                  <a:pt x="217565" y="201368"/>
                </a:lnTo>
                <a:lnTo>
                  <a:pt x="235235" y="167370"/>
                </a:lnTo>
                <a:lnTo>
                  <a:pt x="240871" y="150911"/>
                </a:lnTo>
                <a:lnTo>
                  <a:pt x="240961" y="150649"/>
                </a:lnTo>
                <a:lnTo>
                  <a:pt x="244397" y="134125"/>
                </a:lnTo>
                <a:lnTo>
                  <a:pt x="245542" y="117797"/>
                </a:lnTo>
                <a:lnTo>
                  <a:pt x="244593" y="100585"/>
                </a:lnTo>
                <a:lnTo>
                  <a:pt x="241746" y="84552"/>
                </a:lnTo>
                <a:lnTo>
                  <a:pt x="237001" y="69696"/>
                </a:lnTo>
                <a:lnTo>
                  <a:pt x="232647" y="60731"/>
                </a:lnTo>
                <a:close/>
              </a:path>
              <a:path w="1056004" h="392429">
                <a:moveTo>
                  <a:pt x="263866" y="319983"/>
                </a:moveTo>
                <a:lnTo>
                  <a:pt x="171984" y="319983"/>
                </a:lnTo>
                <a:lnTo>
                  <a:pt x="164392" y="320278"/>
                </a:lnTo>
                <a:lnTo>
                  <a:pt x="156277" y="320769"/>
                </a:lnTo>
                <a:lnTo>
                  <a:pt x="147639" y="321456"/>
                </a:lnTo>
                <a:lnTo>
                  <a:pt x="138935" y="322045"/>
                </a:lnTo>
                <a:lnTo>
                  <a:pt x="130624" y="322765"/>
                </a:lnTo>
                <a:lnTo>
                  <a:pt x="122705" y="323615"/>
                </a:lnTo>
                <a:lnTo>
                  <a:pt x="115179" y="324597"/>
                </a:lnTo>
                <a:lnTo>
                  <a:pt x="263866" y="324597"/>
                </a:lnTo>
                <a:lnTo>
                  <a:pt x="263866" y="319983"/>
                </a:lnTo>
                <a:close/>
              </a:path>
              <a:path w="1056004" h="392429">
                <a:moveTo>
                  <a:pt x="123556" y="0"/>
                </a:moveTo>
                <a:lnTo>
                  <a:pt x="70547" y="8540"/>
                </a:lnTo>
                <a:lnTo>
                  <a:pt x="27486" y="33375"/>
                </a:lnTo>
                <a:lnTo>
                  <a:pt x="0" y="58636"/>
                </a:lnTo>
                <a:lnTo>
                  <a:pt x="42997" y="100585"/>
                </a:lnTo>
                <a:lnTo>
                  <a:pt x="42866" y="100585"/>
                </a:lnTo>
                <a:lnTo>
                  <a:pt x="74866" y="72772"/>
                </a:lnTo>
                <a:lnTo>
                  <a:pt x="113609" y="60731"/>
                </a:lnTo>
                <a:lnTo>
                  <a:pt x="232647" y="60731"/>
                </a:lnTo>
                <a:lnTo>
                  <a:pt x="230359" y="56019"/>
                </a:lnTo>
                <a:lnTo>
                  <a:pt x="200517" y="22741"/>
                </a:lnTo>
                <a:lnTo>
                  <a:pt x="157848" y="3664"/>
                </a:lnTo>
                <a:lnTo>
                  <a:pt x="141488" y="948"/>
                </a:lnTo>
                <a:lnTo>
                  <a:pt x="141924" y="948"/>
                </a:lnTo>
                <a:lnTo>
                  <a:pt x="123556" y="0"/>
                </a:lnTo>
                <a:close/>
              </a:path>
              <a:path w="1056004" h="392429">
                <a:moveTo>
                  <a:pt x="375822" y="291614"/>
                </a:moveTo>
                <a:lnTo>
                  <a:pt x="335313" y="313308"/>
                </a:lnTo>
                <a:lnTo>
                  <a:pt x="327656" y="341874"/>
                </a:lnTo>
                <a:lnTo>
                  <a:pt x="328507" y="351952"/>
                </a:lnTo>
                <a:lnTo>
                  <a:pt x="356713" y="388469"/>
                </a:lnTo>
                <a:lnTo>
                  <a:pt x="375822" y="392134"/>
                </a:lnTo>
                <a:lnTo>
                  <a:pt x="385606" y="391218"/>
                </a:lnTo>
                <a:lnTo>
                  <a:pt x="420062" y="361245"/>
                </a:lnTo>
                <a:lnTo>
                  <a:pt x="423465" y="341874"/>
                </a:lnTo>
                <a:lnTo>
                  <a:pt x="422614" y="331370"/>
                </a:lnTo>
                <a:lnTo>
                  <a:pt x="394539" y="295148"/>
                </a:lnTo>
                <a:lnTo>
                  <a:pt x="375822" y="291614"/>
                </a:lnTo>
                <a:close/>
              </a:path>
              <a:path w="1056004" h="392429">
                <a:moveTo>
                  <a:pt x="510476" y="289519"/>
                </a:moveTo>
                <a:lnTo>
                  <a:pt x="474351" y="338209"/>
                </a:lnTo>
                <a:lnTo>
                  <a:pt x="481452" y="345637"/>
                </a:lnTo>
                <a:lnTo>
                  <a:pt x="489141" y="352737"/>
                </a:lnTo>
                <a:lnTo>
                  <a:pt x="526444" y="376690"/>
                </a:lnTo>
                <a:lnTo>
                  <a:pt x="574872" y="390302"/>
                </a:lnTo>
                <a:lnTo>
                  <a:pt x="603667" y="392134"/>
                </a:lnTo>
                <a:lnTo>
                  <a:pt x="621860" y="391349"/>
                </a:lnTo>
                <a:lnTo>
                  <a:pt x="671727" y="379569"/>
                </a:lnTo>
                <a:lnTo>
                  <a:pt x="711484" y="353457"/>
                </a:lnTo>
                <a:lnTo>
                  <a:pt x="729480" y="329309"/>
                </a:lnTo>
                <a:lnTo>
                  <a:pt x="596860" y="329309"/>
                </a:lnTo>
                <a:lnTo>
                  <a:pt x="584066" y="328589"/>
                </a:lnTo>
                <a:lnTo>
                  <a:pt x="538943" y="311508"/>
                </a:lnTo>
                <a:lnTo>
                  <a:pt x="519572" y="297373"/>
                </a:lnTo>
                <a:lnTo>
                  <a:pt x="510476" y="289519"/>
                </a:lnTo>
                <a:close/>
              </a:path>
              <a:path w="1056004" h="392429">
                <a:moveTo>
                  <a:pt x="719756" y="60731"/>
                </a:moveTo>
                <a:lnTo>
                  <a:pt x="598431" y="60731"/>
                </a:lnTo>
                <a:lnTo>
                  <a:pt x="610047" y="61483"/>
                </a:lnTo>
                <a:lnTo>
                  <a:pt x="620289" y="63741"/>
                </a:lnTo>
                <a:lnTo>
                  <a:pt x="649411" y="96724"/>
                </a:lnTo>
                <a:lnTo>
                  <a:pt x="650262" y="107326"/>
                </a:lnTo>
                <a:lnTo>
                  <a:pt x="649706" y="115212"/>
                </a:lnTo>
                <a:lnTo>
                  <a:pt x="622023" y="152024"/>
                </a:lnTo>
                <a:lnTo>
                  <a:pt x="573399" y="162887"/>
                </a:lnTo>
                <a:lnTo>
                  <a:pt x="556548" y="163345"/>
                </a:lnTo>
                <a:lnTo>
                  <a:pt x="556548" y="218841"/>
                </a:lnTo>
                <a:lnTo>
                  <a:pt x="608771" y="222964"/>
                </a:lnTo>
                <a:lnTo>
                  <a:pt x="648070" y="240208"/>
                </a:lnTo>
                <a:lnTo>
                  <a:pt x="662827" y="278001"/>
                </a:lnTo>
                <a:lnTo>
                  <a:pt x="662303" y="285822"/>
                </a:lnTo>
                <a:lnTo>
                  <a:pt x="638548" y="320081"/>
                </a:lnTo>
                <a:lnTo>
                  <a:pt x="596860" y="329309"/>
                </a:lnTo>
                <a:lnTo>
                  <a:pt x="729480" y="329309"/>
                </a:lnTo>
                <a:lnTo>
                  <a:pt x="740312" y="282713"/>
                </a:lnTo>
                <a:lnTo>
                  <a:pt x="739657" y="270574"/>
                </a:lnTo>
                <a:lnTo>
                  <a:pt x="724376" y="230228"/>
                </a:lnTo>
                <a:lnTo>
                  <a:pt x="693193" y="201989"/>
                </a:lnTo>
                <a:lnTo>
                  <a:pt x="663351" y="189523"/>
                </a:lnTo>
                <a:lnTo>
                  <a:pt x="663351" y="186905"/>
                </a:lnTo>
                <a:lnTo>
                  <a:pt x="701733" y="163345"/>
                </a:lnTo>
                <a:lnTo>
                  <a:pt x="723558" y="129708"/>
                </a:lnTo>
                <a:lnTo>
                  <a:pt x="727746" y="101567"/>
                </a:lnTo>
                <a:lnTo>
                  <a:pt x="726870" y="87628"/>
                </a:lnTo>
                <a:lnTo>
                  <a:pt x="726765" y="85959"/>
                </a:lnTo>
                <a:lnTo>
                  <a:pt x="723820" y="71594"/>
                </a:lnTo>
                <a:lnTo>
                  <a:pt x="719756" y="60731"/>
                </a:lnTo>
                <a:close/>
              </a:path>
              <a:path w="1056004" h="392429">
                <a:moveTo>
                  <a:pt x="602096" y="0"/>
                </a:moveTo>
                <a:lnTo>
                  <a:pt x="554290" y="7362"/>
                </a:lnTo>
                <a:lnTo>
                  <a:pt x="512177" y="28402"/>
                </a:lnTo>
                <a:lnTo>
                  <a:pt x="485869" y="48166"/>
                </a:lnTo>
                <a:lnTo>
                  <a:pt x="525658" y="95285"/>
                </a:lnTo>
                <a:lnTo>
                  <a:pt x="534297" y="87628"/>
                </a:lnTo>
                <a:lnTo>
                  <a:pt x="542935" y="80887"/>
                </a:lnTo>
                <a:lnTo>
                  <a:pt x="578667" y="63087"/>
                </a:lnTo>
                <a:lnTo>
                  <a:pt x="598431" y="60731"/>
                </a:lnTo>
                <a:lnTo>
                  <a:pt x="719756" y="60731"/>
                </a:lnTo>
                <a:lnTo>
                  <a:pt x="718912" y="58473"/>
                </a:lnTo>
                <a:lnTo>
                  <a:pt x="693062" y="26438"/>
                </a:lnTo>
                <a:lnTo>
                  <a:pt x="652847" y="6773"/>
                </a:lnTo>
                <a:lnTo>
                  <a:pt x="620616" y="818"/>
                </a:lnTo>
                <a:lnTo>
                  <a:pt x="621693" y="818"/>
                </a:lnTo>
                <a:lnTo>
                  <a:pt x="602096" y="0"/>
                </a:lnTo>
                <a:close/>
              </a:path>
              <a:path w="1056004" h="392429">
                <a:moveTo>
                  <a:pt x="866404" y="91620"/>
                </a:moveTo>
                <a:lnTo>
                  <a:pt x="783684" y="91620"/>
                </a:lnTo>
                <a:lnTo>
                  <a:pt x="869545" y="232453"/>
                </a:lnTo>
                <a:lnTo>
                  <a:pt x="777925" y="384805"/>
                </a:lnTo>
                <a:lnTo>
                  <a:pt x="858027" y="384805"/>
                </a:lnTo>
                <a:lnTo>
                  <a:pt x="884728" y="330879"/>
                </a:lnTo>
                <a:lnTo>
                  <a:pt x="887837" y="324368"/>
                </a:lnTo>
                <a:lnTo>
                  <a:pt x="890880" y="317922"/>
                </a:lnTo>
                <a:lnTo>
                  <a:pt x="893857" y="311541"/>
                </a:lnTo>
                <a:lnTo>
                  <a:pt x="896769" y="305226"/>
                </a:lnTo>
                <a:lnTo>
                  <a:pt x="899911" y="298747"/>
                </a:lnTo>
                <a:lnTo>
                  <a:pt x="903052" y="292399"/>
                </a:lnTo>
                <a:lnTo>
                  <a:pt x="906193" y="286182"/>
                </a:lnTo>
                <a:lnTo>
                  <a:pt x="909335" y="280096"/>
                </a:lnTo>
                <a:lnTo>
                  <a:pt x="988771" y="280096"/>
                </a:lnTo>
                <a:lnTo>
                  <a:pt x="963783" y="240830"/>
                </a:lnTo>
                <a:lnTo>
                  <a:pt x="991199" y="193187"/>
                </a:lnTo>
                <a:lnTo>
                  <a:pt x="921900" y="193187"/>
                </a:lnTo>
                <a:lnTo>
                  <a:pt x="918497" y="187134"/>
                </a:lnTo>
                <a:lnTo>
                  <a:pt x="915094" y="181015"/>
                </a:lnTo>
                <a:lnTo>
                  <a:pt x="911690" y="174831"/>
                </a:lnTo>
                <a:lnTo>
                  <a:pt x="908287" y="168581"/>
                </a:lnTo>
                <a:lnTo>
                  <a:pt x="895722" y="143451"/>
                </a:lnTo>
                <a:lnTo>
                  <a:pt x="866404" y="91620"/>
                </a:lnTo>
                <a:close/>
              </a:path>
              <a:path w="1056004" h="392429">
                <a:moveTo>
                  <a:pt x="988771" y="280096"/>
                </a:moveTo>
                <a:lnTo>
                  <a:pt x="911952" y="280096"/>
                </a:lnTo>
                <a:lnTo>
                  <a:pt x="915584" y="286182"/>
                </a:lnTo>
                <a:lnTo>
                  <a:pt x="919151" y="292399"/>
                </a:lnTo>
                <a:lnTo>
                  <a:pt x="922652" y="298747"/>
                </a:lnTo>
                <a:lnTo>
                  <a:pt x="926088" y="305226"/>
                </a:lnTo>
                <a:lnTo>
                  <a:pt x="929720" y="311541"/>
                </a:lnTo>
                <a:lnTo>
                  <a:pt x="933287" y="317922"/>
                </a:lnTo>
                <a:lnTo>
                  <a:pt x="936788" y="324368"/>
                </a:lnTo>
                <a:lnTo>
                  <a:pt x="940224" y="330879"/>
                </a:lnTo>
                <a:lnTo>
                  <a:pt x="972683" y="384805"/>
                </a:lnTo>
                <a:lnTo>
                  <a:pt x="1055403" y="384805"/>
                </a:lnTo>
                <a:lnTo>
                  <a:pt x="988771" y="280096"/>
                </a:lnTo>
                <a:close/>
              </a:path>
              <a:path w="1056004" h="392429">
                <a:moveTo>
                  <a:pt x="1049644" y="91620"/>
                </a:moveTo>
                <a:lnTo>
                  <a:pt x="970066" y="91620"/>
                </a:lnTo>
                <a:lnTo>
                  <a:pt x="945983" y="143451"/>
                </a:lnTo>
                <a:lnTo>
                  <a:pt x="934465" y="168581"/>
                </a:lnTo>
                <a:lnTo>
                  <a:pt x="929229" y="181015"/>
                </a:lnTo>
                <a:lnTo>
                  <a:pt x="926612" y="187134"/>
                </a:lnTo>
                <a:lnTo>
                  <a:pt x="923994" y="193187"/>
                </a:lnTo>
                <a:lnTo>
                  <a:pt x="991199" y="193187"/>
                </a:lnTo>
                <a:lnTo>
                  <a:pt x="1049644" y="91620"/>
                </a:lnTo>
                <a:close/>
              </a:path>
            </a:pathLst>
          </a:custGeom>
          <a:solidFill>
            <a:srgbClr val="2F6C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86007" y="5215338"/>
            <a:ext cx="1922145" cy="424815"/>
          </a:xfrm>
          <a:custGeom>
            <a:avLst/>
            <a:gdLst/>
            <a:ahLst/>
            <a:cxnLst/>
            <a:rect l="l" t="t" r="r" b="b"/>
            <a:pathLst>
              <a:path w="1922145" h="424814">
                <a:moveTo>
                  <a:pt x="61987" y="23873"/>
                </a:moveTo>
                <a:lnTo>
                  <a:pt x="0" y="23873"/>
                </a:lnTo>
                <a:lnTo>
                  <a:pt x="0" y="334230"/>
                </a:lnTo>
                <a:lnTo>
                  <a:pt x="61987" y="334230"/>
                </a:lnTo>
                <a:lnTo>
                  <a:pt x="61987" y="23873"/>
                </a:lnTo>
                <a:close/>
              </a:path>
              <a:path w="1922145" h="424814">
                <a:moveTo>
                  <a:pt x="183482" y="99682"/>
                </a:moveTo>
                <a:lnTo>
                  <a:pt x="133222" y="99682"/>
                </a:lnTo>
                <a:lnTo>
                  <a:pt x="133222" y="334230"/>
                </a:lnTo>
                <a:lnTo>
                  <a:pt x="194791" y="334230"/>
                </a:lnTo>
                <a:lnTo>
                  <a:pt x="194791" y="172979"/>
                </a:lnTo>
                <a:lnTo>
                  <a:pt x="200811" y="166722"/>
                </a:lnTo>
                <a:lnTo>
                  <a:pt x="233184" y="146592"/>
                </a:lnTo>
                <a:lnTo>
                  <a:pt x="467818" y="146592"/>
                </a:lnTo>
                <a:lnTo>
                  <a:pt x="463801" y="134865"/>
                </a:lnTo>
                <a:lnTo>
                  <a:pt x="325467" y="134865"/>
                </a:lnTo>
                <a:lnTo>
                  <a:pt x="323583" y="131095"/>
                </a:lnTo>
                <a:lnTo>
                  <a:pt x="188089" y="131095"/>
                </a:lnTo>
                <a:lnTo>
                  <a:pt x="183624" y="100651"/>
                </a:lnTo>
                <a:lnTo>
                  <a:pt x="183521" y="99944"/>
                </a:lnTo>
                <a:lnTo>
                  <a:pt x="183482" y="99682"/>
                </a:lnTo>
                <a:close/>
              </a:path>
              <a:path w="1922145" h="424814">
                <a:moveTo>
                  <a:pt x="372377" y="146592"/>
                </a:moveTo>
                <a:lnTo>
                  <a:pt x="239606" y="146592"/>
                </a:lnTo>
                <a:lnTo>
                  <a:pt x="247433" y="147273"/>
                </a:lnTo>
                <a:lnTo>
                  <a:pt x="254161" y="149314"/>
                </a:lnTo>
                <a:lnTo>
                  <a:pt x="272275" y="195596"/>
                </a:lnTo>
                <a:lnTo>
                  <a:pt x="272275" y="334230"/>
                </a:lnTo>
                <a:lnTo>
                  <a:pt x="333844" y="334230"/>
                </a:lnTo>
                <a:lnTo>
                  <a:pt x="333844" y="172979"/>
                </a:lnTo>
                <a:lnTo>
                  <a:pt x="340205" y="166722"/>
                </a:lnTo>
                <a:lnTo>
                  <a:pt x="346304" y="161356"/>
                </a:lnTo>
                <a:lnTo>
                  <a:pt x="352142" y="156880"/>
                </a:lnTo>
                <a:lnTo>
                  <a:pt x="357718" y="153293"/>
                </a:lnTo>
                <a:lnTo>
                  <a:pt x="365257" y="148826"/>
                </a:lnTo>
                <a:lnTo>
                  <a:pt x="372377" y="146592"/>
                </a:lnTo>
                <a:close/>
              </a:path>
              <a:path w="1922145" h="424814">
                <a:moveTo>
                  <a:pt x="467818" y="146592"/>
                </a:moveTo>
                <a:lnTo>
                  <a:pt x="379078" y="146592"/>
                </a:lnTo>
                <a:lnTo>
                  <a:pt x="386905" y="147273"/>
                </a:lnTo>
                <a:lnTo>
                  <a:pt x="393633" y="149314"/>
                </a:lnTo>
                <a:lnTo>
                  <a:pt x="411747" y="195596"/>
                </a:lnTo>
                <a:lnTo>
                  <a:pt x="411747" y="334230"/>
                </a:lnTo>
                <a:lnTo>
                  <a:pt x="472897" y="334230"/>
                </a:lnTo>
                <a:lnTo>
                  <a:pt x="472897" y="188057"/>
                </a:lnTo>
                <a:lnTo>
                  <a:pt x="471798" y="167089"/>
                </a:lnTo>
                <a:lnTo>
                  <a:pt x="468630" y="149314"/>
                </a:lnTo>
                <a:lnTo>
                  <a:pt x="468543" y="148826"/>
                </a:lnTo>
                <a:lnTo>
                  <a:pt x="468500" y="148581"/>
                </a:lnTo>
                <a:lnTo>
                  <a:pt x="467818" y="146592"/>
                </a:lnTo>
                <a:close/>
              </a:path>
              <a:path w="1922145" h="424814">
                <a:moveTo>
                  <a:pt x="400439" y="93819"/>
                </a:moveTo>
                <a:lnTo>
                  <a:pt x="359812" y="105965"/>
                </a:lnTo>
                <a:lnTo>
                  <a:pt x="325467" y="134865"/>
                </a:lnTo>
                <a:lnTo>
                  <a:pt x="463801" y="134865"/>
                </a:lnTo>
                <a:lnTo>
                  <a:pt x="433128" y="100180"/>
                </a:lnTo>
                <a:lnTo>
                  <a:pt x="400439" y="93819"/>
                </a:lnTo>
                <a:close/>
              </a:path>
              <a:path w="1922145" h="424814">
                <a:moveTo>
                  <a:pt x="273733" y="94578"/>
                </a:moveTo>
                <a:lnTo>
                  <a:pt x="249977" y="94578"/>
                </a:lnTo>
                <a:lnTo>
                  <a:pt x="239816" y="96646"/>
                </a:lnTo>
                <a:lnTo>
                  <a:pt x="204633" y="117064"/>
                </a:lnTo>
                <a:lnTo>
                  <a:pt x="189346" y="131095"/>
                </a:lnTo>
                <a:lnTo>
                  <a:pt x="323583" y="131095"/>
                </a:lnTo>
                <a:lnTo>
                  <a:pt x="293426" y="99944"/>
                </a:lnTo>
                <a:lnTo>
                  <a:pt x="284293" y="96646"/>
                </a:lnTo>
                <a:lnTo>
                  <a:pt x="284550" y="96646"/>
                </a:lnTo>
                <a:lnTo>
                  <a:pt x="273733" y="94578"/>
                </a:lnTo>
                <a:close/>
              </a:path>
              <a:path w="1922145" h="424814">
                <a:moveTo>
                  <a:pt x="261385" y="93819"/>
                </a:moveTo>
                <a:lnTo>
                  <a:pt x="249408" y="94578"/>
                </a:lnTo>
                <a:lnTo>
                  <a:pt x="274700" y="94578"/>
                </a:lnTo>
                <a:lnTo>
                  <a:pt x="261385" y="93819"/>
                </a:lnTo>
                <a:close/>
              </a:path>
              <a:path w="1922145" h="424814">
                <a:moveTo>
                  <a:pt x="587184" y="99682"/>
                </a:moveTo>
                <a:lnTo>
                  <a:pt x="536924" y="99682"/>
                </a:lnTo>
                <a:lnTo>
                  <a:pt x="536924" y="424280"/>
                </a:lnTo>
                <a:lnTo>
                  <a:pt x="598492" y="424280"/>
                </a:lnTo>
                <a:lnTo>
                  <a:pt x="598492" y="352659"/>
                </a:lnTo>
                <a:lnTo>
                  <a:pt x="596398" y="314545"/>
                </a:lnTo>
                <a:lnTo>
                  <a:pt x="716218" y="314545"/>
                </a:lnTo>
                <a:lnTo>
                  <a:pt x="723619" y="307006"/>
                </a:lnTo>
                <a:lnTo>
                  <a:pt x="732389" y="295278"/>
                </a:lnTo>
                <a:lnTo>
                  <a:pt x="735744" y="289415"/>
                </a:lnTo>
                <a:lnTo>
                  <a:pt x="634791" y="289415"/>
                </a:lnTo>
                <a:lnTo>
                  <a:pt x="627950" y="288158"/>
                </a:lnTo>
                <a:lnTo>
                  <a:pt x="598492" y="271824"/>
                </a:lnTo>
                <a:lnTo>
                  <a:pt x="598492" y="168371"/>
                </a:lnTo>
                <a:lnTo>
                  <a:pt x="636746" y="144498"/>
                </a:lnTo>
                <a:lnTo>
                  <a:pt x="740186" y="144498"/>
                </a:lnTo>
                <a:lnTo>
                  <a:pt x="736944" y="137718"/>
                </a:lnTo>
                <a:lnTo>
                  <a:pt x="729693" y="126593"/>
                </a:lnTo>
                <a:lnTo>
                  <a:pt x="727389" y="123975"/>
                </a:lnTo>
                <a:lnTo>
                  <a:pt x="591791" y="123975"/>
                </a:lnTo>
                <a:lnTo>
                  <a:pt x="587184" y="99682"/>
                </a:lnTo>
                <a:close/>
              </a:path>
              <a:path w="1922145" h="424814">
                <a:moveTo>
                  <a:pt x="716218" y="314545"/>
                </a:moveTo>
                <a:lnTo>
                  <a:pt x="596398" y="314545"/>
                </a:lnTo>
                <a:lnTo>
                  <a:pt x="603178" y="320278"/>
                </a:lnTo>
                <a:lnTo>
                  <a:pt x="639538" y="338419"/>
                </a:lnTo>
                <a:lnTo>
                  <a:pt x="654616" y="340094"/>
                </a:lnTo>
                <a:lnTo>
                  <a:pt x="667208" y="339178"/>
                </a:lnTo>
                <a:lnTo>
                  <a:pt x="702782" y="325435"/>
                </a:lnTo>
                <a:lnTo>
                  <a:pt x="716218" y="314545"/>
                </a:lnTo>
                <a:close/>
              </a:path>
              <a:path w="1922145" h="424814">
                <a:moveTo>
                  <a:pt x="740186" y="144498"/>
                </a:moveTo>
                <a:lnTo>
                  <a:pt x="644564" y="144498"/>
                </a:lnTo>
                <a:lnTo>
                  <a:pt x="652339" y="144995"/>
                </a:lnTo>
                <a:lnTo>
                  <a:pt x="659328" y="146487"/>
                </a:lnTo>
                <a:lnTo>
                  <a:pt x="686029" y="176329"/>
                </a:lnTo>
                <a:lnTo>
                  <a:pt x="691030" y="213187"/>
                </a:lnTo>
                <a:lnTo>
                  <a:pt x="691055" y="214024"/>
                </a:lnTo>
                <a:lnTo>
                  <a:pt x="684354" y="256327"/>
                </a:lnTo>
                <a:lnTo>
                  <a:pt x="654407" y="287425"/>
                </a:lnTo>
                <a:lnTo>
                  <a:pt x="641214" y="289415"/>
                </a:lnTo>
                <a:lnTo>
                  <a:pt x="735744" y="289415"/>
                </a:lnTo>
                <a:lnTo>
                  <a:pt x="750739" y="250463"/>
                </a:lnTo>
                <a:lnTo>
                  <a:pt x="754261" y="214024"/>
                </a:lnTo>
                <a:lnTo>
                  <a:pt x="754299" y="213187"/>
                </a:lnTo>
                <a:lnTo>
                  <a:pt x="753592" y="195596"/>
                </a:lnTo>
                <a:lnTo>
                  <a:pt x="751472" y="179261"/>
                </a:lnTo>
                <a:lnTo>
                  <a:pt x="747938" y="164183"/>
                </a:lnTo>
                <a:lnTo>
                  <a:pt x="742991" y="150361"/>
                </a:lnTo>
                <a:lnTo>
                  <a:pt x="740186" y="144498"/>
                </a:lnTo>
                <a:close/>
              </a:path>
              <a:path w="1922145" h="424814">
                <a:moveTo>
                  <a:pt x="662155" y="93819"/>
                </a:moveTo>
                <a:lnTo>
                  <a:pt x="616686" y="107248"/>
                </a:lnTo>
                <a:lnTo>
                  <a:pt x="593048" y="123975"/>
                </a:lnTo>
                <a:lnTo>
                  <a:pt x="727389" y="123975"/>
                </a:lnTo>
                <a:lnTo>
                  <a:pt x="688961" y="97588"/>
                </a:lnTo>
                <a:lnTo>
                  <a:pt x="662155" y="93819"/>
                </a:lnTo>
                <a:close/>
              </a:path>
              <a:path w="1922145" h="424814">
                <a:moveTo>
                  <a:pt x="856727" y="99682"/>
                </a:moveTo>
                <a:lnTo>
                  <a:pt x="806467" y="99682"/>
                </a:lnTo>
                <a:lnTo>
                  <a:pt x="806467" y="334230"/>
                </a:lnTo>
                <a:lnTo>
                  <a:pt x="868036" y="334230"/>
                </a:lnTo>
                <a:lnTo>
                  <a:pt x="868036" y="194339"/>
                </a:lnTo>
                <a:lnTo>
                  <a:pt x="873350" y="182690"/>
                </a:lnTo>
                <a:lnTo>
                  <a:pt x="900181" y="154157"/>
                </a:lnTo>
                <a:lnTo>
                  <a:pt x="947071" y="148267"/>
                </a:lnTo>
                <a:lnTo>
                  <a:pt x="948416" y="141147"/>
                </a:lnTo>
                <a:lnTo>
                  <a:pt x="861334" y="141147"/>
                </a:lnTo>
                <a:lnTo>
                  <a:pt x="856835" y="100651"/>
                </a:lnTo>
                <a:lnTo>
                  <a:pt x="856727" y="99682"/>
                </a:lnTo>
                <a:close/>
              </a:path>
              <a:path w="1922145" h="424814">
                <a:moveTo>
                  <a:pt x="947071" y="148267"/>
                </a:moveTo>
                <a:lnTo>
                  <a:pt x="926533" y="148267"/>
                </a:lnTo>
                <a:lnTo>
                  <a:pt x="930861" y="148686"/>
                </a:lnTo>
                <a:lnTo>
                  <a:pt x="934212" y="149524"/>
                </a:lnTo>
                <a:lnTo>
                  <a:pt x="937842" y="150082"/>
                </a:lnTo>
                <a:lnTo>
                  <a:pt x="941891" y="150920"/>
                </a:lnTo>
                <a:lnTo>
                  <a:pt x="946358" y="152037"/>
                </a:lnTo>
                <a:lnTo>
                  <a:pt x="946728" y="150082"/>
                </a:lnTo>
                <a:lnTo>
                  <a:pt x="946833" y="149524"/>
                </a:lnTo>
                <a:lnTo>
                  <a:pt x="946947" y="148922"/>
                </a:lnTo>
                <a:lnTo>
                  <a:pt x="947071" y="148267"/>
                </a:lnTo>
                <a:close/>
              </a:path>
              <a:path w="1922145" h="424814">
                <a:moveTo>
                  <a:pt x="935887" y="93819"/>
                </a:moveTo>
                <a:lnTo>
                  <a:pt x="929186" y="93819"/>
                </a:lnTo>
                <a:lnTo>
                  <a:pt x="920024" y="94578"/>
                </a:lnTo>
                <a:lnTo>
                  <a:pt x="884658" y="112719"/>
                </a:lnTo>
                <a:lnTo>
                  <a:pt x="862591" y="141147"/>
                </a:lnTo>
                <a:lnTo>
                  <a:pt x="948416" y="141147"/>
                </a:lnTo>
                <a:lnTo>
                  <a:pt x="956410" y="98845"/>
                </a:lnTo>
                <a:lnTo>
                  <a:pt x="953060" y="97449"/>
                </a:lnTo>
                <a:lnTo>
                  <a:pt x="949290" y="96332"/>
                </a:lnTo>
                <a:lnTo>
                  <a:pt x="945102" y="95494"/>
                </a:lnTo>
                <a:lnTo>
                  <a:pt x="941192" y="94377"/>
                </a:lnTo>
                <a:lnTo>
                  <a:pt x="935887" y="93819"/>
                </a:lnTo>
                <a:close/>
              </a:path>
              <a:path w="1922145" h="424814">
                <a:moveTo>
                  <a:pt x="1080353" y="93819"/>
                </a:moveTo>
                <a:lnTo>
                  <a:pt x="1038260" y="102064"/>
                </a:lnTo>
                <a:lnTo>
                  <a:pt x="1001836" y="126488"/>
                </a:lnTo>
                <a:lnTo>
                  <a:pt x="976639" y="165125"/>
                </a:lnTo>
                <a:lnTo>
                  <a:pt x="967686" y="216956"/>
                </a:lnTo>
                <a:lnTo>
                  <a:pt x="968681" y="235725"/>
                </a:lnTo>
                <a:lnTo>
                  <a:pt x="983602" y="283551"/>
                </a:lnTo>
                <a:lnTo>
                  <a:pt x="1012894" y="317320"/>
                </a:lnTo>
                <a:lnTo>
                  <a:pt x="1051872" y="336429"/>
                </a:lnTo>
                <a:lnTo>
                  <a:pt x="1080353" y="340094"/>
                </a:lnTo>
                <a:lnTo>
                  <a:pt x="1094776" y="339178"/>
                </a:lnTo>
                <a:lnTo>
                  <a:pt x="1135220" y="325435"/>
                </a:lnTo>
                <a:lnTo>
                  <a:pt x="1168518" y="296378"/>
                </a:lnTo>
                <a:lnTo>
                  <a:pt x="1172898" y="289834"/>
                </a:lnTo>
                <a:lnTo>
                  <a:pt x="1080353" y="289834"/>
                </a:lnTo>
                <a:lnTo>
                  <a:pt x="1072683" y="289284"/>
                </a:lnTo>
                <a:lnTo>
                  <a:pt x="1039621" y="263211"/>
                </a:lnTo>
                <a:lnTo>
                  <a:pt x="1030930" y="216956"/>
                </a:lnTo>
                <a:lnTo>
                  <a:pt x="1031271" y="206224"/>
                </a:lnTo>
                <a:lnTo>
                  <a:pt x="1043495" y="163974"/>
                </a:lnTo>
                <a:lnTo>
                  <a:pt x="1080353" y="144079"/>
                </a:lnTo>
                <a:lnTo>
                  <a:pt x="1173037" y="144079"/>
                </a:lnTo>
                <a:lnTo>
                  <a:pt x="1172915" y="143869"/>
                </a:lnTo>
                <a:lnTo>
                  <a:pt x="1141712" y="112457"/>
                </a:lnTo>
                <a:lnTo>
                  <a:pt x="1102027" y="95913"/>
                </a:lnTo>
                <a:lnTo>
                  <a:pt x="1091321" y="94342"/>
                </a:lnTo>
                <a:lnTo>
                  <a:pt x="1080353" y="93819"/>
                </a:lnTo>
                <a:close/>
              </a:path>
              <a:path w="1922145" h="424814">
                <a:moveTo>
                  <a:pt x="1173037" y="144079"/>
                </a:moveTo>
                <a:lnTo>
                  <a:pt x="1080353" y="144079"/>
                </a:lnTo>
                <a:lnTo>
                  <a:pt x="1087996" y="144655"/>
                </a:lnTo>
                <a:lnTo>
                  <a:pt x="1095012" y="146382"/>
                </a:lnTo>
                <a:lnTo>
                  <a:pt x="1123912" y="178423"/>
                </a:lnTo>
                <a:lnTo>
                  <a:pt x="1129775" y="216956"/>
                </a:lnTo>
                <a:lnTo>
                  <a:pt x="1129409" y="227689"/>
                </a:lnTo>
                <a:lnTo>
                  <a:pt x="1117001" y="270044"/>
                </a:lnTo>
                <a:lnTo>
                  <a:pt x="1080353" y="289834"/>
                </a:lnTo>
                <a:lnTo>
                  <a:pt x="1172898" y="289834"/>
                </a:lnTo>
                <a:lnTo>
                  <a:pt x="1189040" y="253081"/>
                </a:lnTo>
                <a:lnTo>
                  <a:pt x="1193019" y="216956"/>
                </a:lnTo>
                <a:lnTo>
                  <a:pt x="1192444" y="202716"/>
                </a:lnTo>
                <a:lnTo>
                  <a:pt x="1190716" y="189313"/>
                </a:lnTo>
                <a:lnTo>
                  <a:pt x="1187836" y="176748"/>
                </a:lnTo>
                <a:lnTo>
                  <a:pt x="1183841" y="165125"/>
                </a:lnTo>
                <a:lnTo>
                  <a:pt x="1178779" y="153974"/>
                </a:lnTo>
                <a:lnTo>
                  <a:pt x="1173037" y="144079"/>
                </a:lnTo>
                <a:close/>
              </a:path>
              <a:path w="1922145" h="424814">
                <a:moveTo>
                  <a:pt x="1273564" y="99682"/>
                </a:moveTo>
                <a:lnTo>
                  <a:pt x="1211576" y="99682"/>
                </a:lnTo>
                <a:lnTo>
                  <a:pt x="1291574" y="334230"/>
                </a:lnTo>
                <a:lnTo>
                  <a:pt x="1362775" y="334230"/>
                </a:lnTo>
                <a:lnTo>
                  <a:pt x="1378300" y="287739"/>
                </a:lnTo>
                <a:lnTo>
                  <a:pt x="1326756" y="287739"/>
                </a:lnTo>
                <a:lnTo>
                  <a:pt x="1324426" y="278761"/>
                </a:lnTo>
                <a:lnTo>
                  <a:pt x="1322044" y="269834"/>
                </a:lnTo>
                <a:lnTo>
                  <a:pt x="1319609" y="260960"/>
                </a:lnTo>
                <a:lnTo>
                  <a:pt x="1317123" y="252138"/>
                </a:lnTo>
                <a:lnTo>
                  <a:pt x="1314793" y="243160"/>
                </a:lnTo>
                <a:lnTo>
                  <a:pt x="1312411" y="234233"/>
                </a:lnTo>
                <a:lnTo>
                  <a:pt x="1309976" y="225359"/>
                </a:lnTo>
                <a:lnTo>
                  <a:pt x="1307489" y="216537"/>
                </a:lnTo>
                <a:lnTo>
                  <a:pt x="1273564" y="99682"/>
                </a:lnTo>
                <a:close/>
              </a:path>
              <a:path w="1922145" h="424814">
                <a:moveTo>
                  <a:pt x="1441098" y="99682"/>
                </a:moveTo>
                <a:lnTo>
                  <a:pt x="1382042" y="99682"/>
                </a:lnTo>
                <a:lnTo>
                  <a:pt x="1347697" y="216537"/>
                </a:lnTo>
                <a:lnTo>
                  <a:pt x="1345368" y="225359"/>
                </a:lnTo>
                <a:lnTo>
                  <a:pt x="1342985" y="234233"/>
                </a:lnTo>
                <a:lnTo>
                  <a:pt x="1340551" y="243160"/>
                </a:lnTo>
                <a:lnTo>
                  <a:pt x="1338064" y="252138"/>
                </a:lnTo>
                <a:lnTo>
                  <a:pt x="1333457" y="269834"/>
                </a:lnTo>
                <a:lnTo>
                  <a:pt x="1328850" y="287739"/>
                </a:lnTo>
                <a:lnTo>
                  <a:pt x="1378300" y="287739"/>
                </a:lnTo>
                <a:lnTo>
                  <a:pt x="1441098" y="99682"/>
                </a:lnTo>
                <a:close/>
              </a:path>
              <a:path w="1922145" h="424814">
                <a:moveTo>
                  <a:pt x="1569052" y="93819"/>
                </a:moveTo>
                <a:lnTo>
                  <a:pt x="1528425" y="102614"/>
                </a:lnTo>
                <a:lnTo>
                  <a:pt x="1493243" y="127325"/>
                </a:lnTo>
                <a:lnTo>
                  <a:pt x="1468531" y="165858"/>
                </a:lnTo>
                <a:lnTo>
                  <a:pt x="1460286" y="203082"/>
                </a:lnTo>
                <a:lnTo>
                  <a:pt x="1459736" y="216956"/>
                </a:lnTo>
                <a:lnTo>
                  <a:pt x="1460653" y="234547"/>
                </a:lnTo>
                <a:lnTo>
                  <a:pt x="1460704" y="235542"/>
                </a:lnTo>
                <a:lnTo>
                  <a:pt x="1475233" y="283132"/>
                </a:lnTo>
                <a:lnTo>
                  <a:pt x="1504996" y="317294"/>
                </a:lnTo>
                <a:lnTo>
                  <a:pt x="1545492" y="336429"/>
                </a:lnTo>
                <a:lnTo>
                  <a:pt x="1576591" y="340094"/>
                </a:lnTo>
                <a:lnTo>
                  <a:pt x="1587455" y="339649"/>
                </a:lnTo>
                <a:lnTo>
                  <a:pt x="1630149" y="329126"/>
                </a:lnTo>
                <a:lnTo>
                  <a:pt x="1658264" y="314126"/>
                </a:lnTo>
                <a:lnTo>
                  <a:pt x="1646164" y="292347"/>
                </a:lnTo>
                <a:lnTo>
                  <a:pt x="1584968" y="292347"/>
                </a:lnTo>
                <a:lnTo>
                  <a:pt x="1576408" y="291954"/>
                </a:lnTo>
                <a:lnTo>
                  <a:pt x="1540990" y="277792"/>
                </a:lnTo>
                <a:lnTo>
                  <a:pt x="1521279" y="243605"/>
                </a:lnTo>
                <a:lnTo>
                  <a:pt x="1519629" y="234547"/>
                </a:lnTo>
                <a:lnTo>
                  <a:pt x="1664127" y="234547"/>
                </a:lnTo>
                <a:lnTo>
                  <a:pt x="1664965" y="231476"/>
                </a:lnTo>
                <a:lnTo>
                  <a:pt x="1665663" y="227427"/>
                </a:lnTo>
                <a:lnTo>
                  <a:pt x="1666222" y="222401"/>
                </a:lnTo>
                <a:lnTo>
                  <a:pt x="1666780" y="217096"/>
                </a:lnTo>
                <a:lnTo>
                  <a:pt x="1667059" y="211651"/>
                </a:lnTo>
                <a:lnTo>
                  <a:pt x="1667059" y="206067"/>
                </a:lnTo>
                <a:lnTo>
                  <a:pt x="1666481" y="193083"/>
                </a:lnTo>
                <a:lnTo>
                  <a:pt x="1518373" y="193083"/>
                </a:lnTo>
                <a:lnTo>
                  <a:pt x="1519943" y="184863"/>
                </a:lnTo>
                <a:lnTo>
                  <a:pt x="1539594" y="151060"/>
                </a:lnTo>
                <a:lnTo>
                  <a:pt x="1546853" y="147430"/>
                </a:lnTo>
                <a:lnTo>
                  <a:pt x="1554113" y="143520"/>
                </a:lnTo>
                <a:lnTo>
                  <a:pt x="1561792" y="141566"/>
                </a:lnTo>
                <a:lnTo>
                  <a:pt x="1652349" y="141566"/>
                </a:lnTo>
                <a:lnTo>
                  <a:pt x="1649625" y="136200"/>
                </a:lnTo>
                <a:lnTo>
                  <a:pt x="1623081" y="108478"/>
                </a:lnTo>
                <a:lnTo>
                  <a:pt x="1584523" y="94735"/>
                </a:lnTo>
                <a:lnTo>
                  <a:pt x="1569052" y="93819"/>
                </a:lnTo>
                <a:close/>
              </a:path>
              <a:path w="1922145" h="424814">
                <a:moveTo>
                  <a:pt x="1637322" y="276431"/>
                </a:moveTo>
                <a:lnTo>
                  <a:pt x="1598789" y="291404"/>
                </a:lnTo>
                <a:lnTo>
                  <a:pt x="1584968" y="292347"/>
                </a:lnTo>
                <a:lnTo>
                  <a:pt x="1646164" y="292347"/>
                </a:lnTo>
                <a:lnTo>
                  <a:pt x="1637322" y="276431"/>
                </a:lnTo>
                <a:close/>
              </a:path>
              <a:path w="1922145" h="424814">
                <a:moveTo>
                  <a:pt x="1652349" y="141566"/>
                </a:moveTo>
                <a:lnTo>
                  <a:pt x="1569890" y="141566"/>
                </a:lnTo>
                <a:lnTo>
                  <a:pt x="1580622" y="142456"/>
                </a:lnTo>
                <a:lnTo>
                  <a:pt x="1589784" y="145126"/>
                </a:lnTo>
                <a:lnTo>
                  <a:pt x="1613605" y="181957"/>
                </a:lnTo>
                <a:lnTo>
                  <a:pt x="1614286" y="193083"/>
                </a:lnTo>
                <a:lnTo>
                  <a:pt x="1666481" y="193083"/>
                </a:lnTo>
                <a:lnTo>
                  <a:pt x="1666353" y="190203"/>
                </a:lnTo>
                <a:lnTo>
                  <a:pt x="1664232" y="175282"/>
                </a:lnTo>
                <a:lnTo>
                  <a:pt x="1660698" y="161303"/>
                </a:lnTo>
                <a:lnTo>
                  <a:pt x="1655751" y="148267"/>
                </a:lnTo>
                <a:lnTo>
                  <a:pt x="1652349" y="141566"/>
                </a:lnTo>
                <a:close/>
              </a:path>
              <a:path w="1922145" h="424814">
                <a:moveTo>
                  <a:pt x="1802785" y="93819"/>
                </a:moveTo>
                <a:lnTo>
                  <a:pt x="1755038" y="108897"/>
                </a:lnTo>
                <a:lnTo>
                  <a:pt x="1725824" y="138582"/>
                </a:lnTo>
                <a:lnTo>
                  <a:pt x="1707814" y="181565"/>
                </a:lnTo>
                <a:lnTo>
                  <a:pt x="1704359" y="216956"/>
                </a:lnTo>
                <a:lnTo>
                  <a:pt x="1705092" y="235542"/>
                </a:lnTo>
                <a:lnTo>
                  <a:pt x="1716086" y="283132"/>
                </a:lnTo>
                <a:lnTo>
                  <a:pt x="1739096" y="317294"/>
                </a:lnTo>
                <a:lnTo>
                  <a:pt x="1772838" y="336429"/>
                </a:lnTo>
                <a:lnTo>
                  <a:pt x="1800272" y="340094"/>
                </a:lnTo>
                <a:lnTo>
                  <a:pt x="1809382" y="339544"/>
                </a:lnTo>
                <a:lnTo>
                  <a:pt x="1851265" y="321560"/>
                </a:lnTo>
                <a:lnTo>
                  <a:pt x="1865191" y="309938"/>
                </a:lnTo>
                <a:lnTo>
                  <a:pt x="1921734" y="309938"/>
                </a:lnTo>
                <a:lnTo>
                  <a:pt x="1921734" y="289415"/>
                </a:lnTo>
                <a:lnTo>
                  <a:pt x="1816188" y="289415"/>
                </a:lnTo>
                <a:lnTo>
                  <a:pt x="1808727" y="288917"/>
                </a:lnTo>
                <a:lnTo>
                  <a:pt x="1776294" y="264416"/>
                </a:lnTo>
                <a:lnTo>
                  <a:pt x="1767627" y="216956"/>
                </a:lnTo>
                <a:lnTo>
                  <a:pt x="1767603" y="216119"/>
                </a:lnTo>
                <a:lnTo>
                  <a:pt x="1768022" y="204862"/>
                </a:lnTo>
                <a:lnTo>
                  <a:pt x="1782053" y="162822"/>
                </a:lnTo>
                <a:lnTo>
                  <a:pt x="1816188" y="144498"/>
                </a:lnTo>
                <a:lnTo>
                  <a:pt x="1921734" y="144498"/>
                </a:lnTo>
                <a:lnTo>
                  <a:pt x="1921734" y="119368"/>
                </a:lnTo>
                <a:lnTo>
                  <a:pt x="1862259" y="119368"/>
                </a:lnTo>
                <a:lnTo>
                  <a:pt x="1855898" y="113818"/>
                </a:lnTo>
                <a:lnTo>
                  <a:pt x="1849380" y="108897"/>
                </a:lnTo>
                <a:lnTo>
                  <a:pt x="1812235" y="94264"/>
                </a:lnTo>
                <a:lnTo>
                  <a:pt x="1802785" y="93819"/>
                </a:lnTo>
                <a:close/>
              </a:path>
              <a:path w="1922145" h="424814">
                <a:moveTo>
                  <a:pt x="1921734" y="309938"/>
                </a:moveTo>
                <a:lnTo>
                  <a:pt x="1866867" y="309938"/>
                </a:lnTo>
                <a:lnTo>
                  <a:pt x="1871474" y="334230"/>
                </a:lnTo>
                <a:lnTo>
                  <a:pt x="1921734" y="334230"/>
                </a:lnTo>
                <a:lnTo>
                  <a:pt x="1921734" y="309938"/>
                </a:lnTo>
                <a:close/>
              </a:path>
              <a:path w="1922145" h="424814">
                <a:moveTo>
                  <a:pt x="1921734" y="144498"/>
                </a:moveTo>
                <a:lnTo>
                  <a:pt x="1823727" y="144498"/>
                </a:lnTo>
                <a:lnTo>
                  <a:pt x="1831126" y="145894"/>
                </a:lnTo>
                <a:lnTo>
                  <a:pt x="1838386" y="148686"/>
                </a:lnTo>
                <a:lnTo>
                  <a:pt x="1843988" y="150937"/>
                </a:lnTo>
                <a:lnTo>
                  <a:pt x="1849485" y="153922"/>
                </a:lnTo>
                <a:lnTo>
                  <a:pt x="1854878" y="157639"/>
                </a:lnTo>
                <a:lnTo>
                  <a:pt x="1860165" y="162089"/>
                </a:lnTo>
                <a:lnTo>
                  <a:pt x="1860165" y="265122"/>
                </a:lnTo>
                <a:lnTo>
                  <a:pt x="1824565" y="289415"/>
                </a:lnTo>
                <a:lnTo>
                  <a:pt x="1921734" y="289415"/>
                </a:lnTo>
                <a:lnTo>
                  <a:pt x="1921734" y="144498"/>
                </a:lnTo>
                <a:close/>
              </a:path>
              <a:path w="1922145" h="424814">
                <a:moveTo>
                  <a:pt x="1921734" y="0"/>
                </a:moveTo>
                <a:lnTo>
                  <a:pt x="1860165" y="0"/>
                </a:lnTo>
                <a:lnTo>
                  <a:pt x="1860165" y="82510"/>
                </a:lnTo>
                <a:lnTo>
                  <a:pt x="1862138" y="117221"/>
                </a:lnTo>
                <a:lnTo>
                  <a:pt x="1862259" y="119368"/>
                </a:lnTo>
                <a:lnTo>
                  <a:pt x="1921734" y="119368"/>
                </a:lnTo>
                <a:lnTo>
                  <a:pt x="19217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62024" y="2533954"/>
            <a:ext cx="1748637" cy="115179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455027" y="2607250"/>
            <a:ext cx="1675341" cy="97379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08303" y="6020759"/>
            <a:ext cx="2387361" cy="238736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59559" y="8819877"/>
            <a:ext cx="2421624" cy="73484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771884" y="8814977"/>
            <a:ext cx="2225241" cy="73974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076220" y="9013380"/>
            <a:ext cx="2731207" cy="31098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429063" y="6020759"/>
            <a:ext cx="2900435" cy="229312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418409" y="6334885"/>
            <a:ext cx="4031290" cy="20732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33585" y="5052662"/>
            <a:ext cx="3801110" cy="770890"/>
          </a:xfrm>
          <a:custGeom>
            <a:avLst/>
            <a:gdLst/>
            <a:ahLst/>
            <a:cxnLst/>
            <a:rect l="l" t="t" r="r" b="b"/>
            <a:pathLst>
              <a:path w="3801109" h="770889">
                <a:moveTo>
                  <a:pt x="268389" y="136456"/>
                </a:moveTo>
                <a:lnTo>
                  <a:pt x="156811" y="136456"/>
                </a:lnTo>
                <a:lnTo>
                  <a:pt x="156811" y="601615"/>
                </a:lnTo>
                <a:lnTo>
                  <a:pt x="268389" y="601615"/>
                </a:lnTo>
                <a:lnTo>
                  <a:pt x="268389" y="136456"/>
                </a:lnTo>
                <a:close/>
              </a:path>
              <a:path w="3801109" h="770889">
                <a:moveTo>
                  <a:pt x="425955" y="42972"/>
                </a:moveTo>
                <a:lnTo>
                  <a:pt x="0" y="42972"/>
                </a:lnTo>
                <a:lnTo>
                  <a:pt x="0" y="136456"/>
                </a:lnTo>
                <a:lnTo>
                  <a:pt x="425955" y="136456"/>
                </a:lnTo>
                <a:lnTo>
                  <a:pt x="425955" y="42972"/>
                </a:lnTo>
                <a:close/>
              </a:path>
              <a:path w="3801109" h="770889">
                <a:moveTo>
                  <a:pt x="618954" y="0"/>
                </a:moveTo>
                <a:lnTo>
                  <a:pt x="508131" y="0"/>
                </a:lnTo>
                <a:lnTo>
                  <a:pt x="508131" y="601615"/>
                </a:lnTo>
                <a:lnTo>
                  <a:pt x="618954" y="601615"/>
                </a:lnTo>
                <a:lnTo>
                  <a:pt x="618954" y="311362"/>
                </a:lnTo>
                <a:lnTo>
                  <a:pt x="630357" y="300383"/>
                </a:lnTo>
                <a:lnTo>
                  <a:pt x="661173" y="275928"/>
                </a:lnTo>
                <a:lnTo>
                  <a:pt x="706407" y="263866"/>
                </a:lnTo>
                <a:lnTo>
                  <a:pt x="867864" y="263866"/>
                </a:lnTo>
                <a:lnTo>
                  <a:pt x="859403" y="238563"/>
                </a:lnTo>
                <a:lnTo>
                  <a:pt x="855051" y="230694"/>
                </a:lnTo>
                <a:lnTo>
                  <a:pt x="613677" y="230694"/>
                </a:lnTo>
                <a:lnTo>
                  <a:pt x="618954" y="151534"/>
                </a:lnTo>
                <a:lnTo>
                  <a:pt x="618954" y="0"/>
                </a:lnTo>
                <a:close/>
              </a:path>
              <a:path w="3801109" h="770889">
                <a:moveTo>
                  <a:pt x="867864" y="263866"/>
                </a:moveTo>
                <a:lnTo>
                  <a:pt x="706407" y="263866"/>
                </a:lnTo>
                <a:lnTo>
                  <a:pt x="721108" y="265091"/>
                </a:lnTo>
                <a:lnTo>
                  <a:pt x="733548" y="268766"/>
                </a:lnTo>
                <a:lnTo>
                  <a:pt x="762385" y="310419"/>
                </a:lnTo>
                <a:lnTo>
                  <a:pt x="765966" y="352073"/>
                </a:lnTo>
                <a:lnTo>
                  <a:pt x="765966" y="601615"/>
                </a:lnTo>
                <a:lnTo>
                  <a:pt x="876789" y="601615"/>
                </a:lnTo>
                <a:lnTo>
                  <a:pt x="876789" y="338502"/>
                </a:lnTo>
                <a:lnTo>
                  <a:pt x="874858" y="300760"/>
                </a:lnTo>
                <a:lnTo>
                  <a:pt x="869062" y="267447"/>
                </a:lnTo>
                <a:lnTo>
                  <a:pt x="867864" y="263866"/>
                </a:lnTo>
                <a:close/>
              </a:path>
              <a:path w="3801109" h="770889">
                <a:moveTo>
                  <a:pt x="746364" y="168874"/>
                </a:moveTo>
                <a:lnTo>
                  <a:pt x="706030" y="173586"/>
                </a:lnTo>
                <a:lnTo>
                  <a:pt x="655236" y="197475"/>
                </a:lnTo>
                <a:lnTo>
                  <a:pt x="613677" y="230694"/>
                </a:lnTo>
                <a:lnTo>
                  <a:pt x="855051" y="230694"/>
                </a:lnTo>
                <a:lnTo>
                  <a:pt x="828068" y="194318"/>
                </a:lnTo>
                <a:lnTo>
                  <a:pt x="778311" y="171701"/>
                </a:lnTo>
                <a:lnTo>
                  <a:pt x="746364" y="168874"/>
                </a:lnTo>
                <a:close/>
              </a:path>
              <a:path w="3801109" h="770889">
                <a:moveTo>
                  <a:pt x="1306644" y="257835"/>
                </a:moveTo>
                <a:lnTo>
                  <a:pt x="1140391" y="257835"/>
                </a:lnTo>
                <a:lnTo>
                  <a:pt x="1154798" y="258541"/>
                </a:lnTo>
                <a:lnTo>
                  <a:pt x="1153445" y="258541"/>
                </a:lnTo>
                <a:lnTo>
                  <a:pt x="1189206" y="272960"/>
                </a:lnTo>
                <a:lnTo>
                  <a:pt x="1209750" y="311173"/>
                </a:lnTo>
                <a:lnTo>
                  <a:pt x="1212012" y="330963"/>
                </a:lnTo>
                <a:lnTo>
                  <a:pt x="1152971" y="339256"/>
                </a:lnTo>
                <a:lnTo>
                  <a:pt x="1102507" y="350565"/>
                </a:lnTo>
                <a:lnTo>
                  <a:pt x="1060618" y="364889"/>
                </a:lnTo>
                <a:lnTo>
                  <a:pt x="1001908" y="402584"/>
                </a:lnTo>
                <a:lnTo>
                  <a:pt x="972883" y="454603"/>
                </a:lnTo>
                <a:lnTo>
                  <a:pt x="969255" y="486267"/>
                </a:lnTo>
                <a:lnTo>
                  <a:pt x="969960" y="499461"/>
                </a:lnTo>
                <a:lnTo>
                  <a:pt x="970071" y="501534"/>
                </a:lnTo>
                <a:lnTo>
                  <a:pt x="984333" y="551103"/>
                </a:lnTo>
                <a:lnTo>
                  <a:pt x="1014866" y="587291"/>
                </a:lnTo>
                <a:lnTo>
                  <a:pt x="1058781" y="608211"/>
                </a:lnTo>
                <a:lnTo>
                  <a:pt x="1093649" y="612169"/>
                </a:lnTo>
                <a:lnTo>
                  <a:pt x="1111790" y="611180"/>
                </a:lnTo>
                <a:lnTo>
                  <a:pt x="1162254" y="596337"/>
                </a:lnTo>
                <a:lnTo>
                  <a:pt x="1207206" y="567925"/>
                </a:lnTo>
                <a:lnTo>
                  <a:pt x="1221058" y="556380"/>
                </a:lnTo>
                <a:lnTo>
                  <a:pt x="1322836" y="556380"/>
                </a:lnTo>
                <a:lnTo>
                  <a:pt x="1322836" y="525470"/>
                </a:lnTo>
                <a:lnTo>
                  <a:pt x="1130590" y="525470"/>
                </a:lnTo>
                <a:lnTo>
                  <a:pt x="1119508" y="524811"/>
                </a:lnTo>
                <a:lnTo>
                  <a:pt x="1118955" y="524811"/>
                </a:lnTo>
                <a:lnTo>
                  <a:pt x="1107973" y="522643"/>
                </a:lnTo>
                <a:lnTo>
                  <a:pt x="1075744" y="489566"/>
                </a:lnTo>
                <a:lnTo>
                  <a:pt x="1074801" y="477975"/>
                </a:lnTo>
                <a:lnTo>
                  <a:pt x="1075602" y="468786"/>
                </a:lnTo>
                <a:lnTo>
                  <a:pt x="1104769" y="429348"/>
                </a:lnTo>
                <a:lnTo>
                  <a:pt x="1146987" y="411584"/>
                </a:lnTo>
                <a:lnTo>
                  <a:pt x="1187698" y="402914"/>
                </a:lnTo>
                <a:lnTo>
                  <a:pt x="1212012" y="399568"/>
                </a:lnTo>
                <a:lnTo>
                  <a:pt x="1322836" y="399568"/>
                </a:lnTo>
                <a:lnTo>
                  <a:pt x="1322836" y="355088"/>
                </a:lnTo>
                <a:lnTo>
                  <a:pt x="1321705" y="325780"/>
                </a:lnTo>
                <a:lnTo>
                  <a:pt x="1318312" y="298922"/>
                </a:lnTo>
                <a:lnTo>
                  <a:pt x="1312658" y="274515"/>
                </a:lnTo>
                <a:lnTo>
                  <a:pt x="1306644" y="257835"/>
                </a:lnTo>
                <a:close/>
              </a:path>
              <a:path w="3801109" h="770889">
                <a:moveTo>
                  <a:pt x="1322836" y="556380"/>
                </a:moveTo>
                <a:lnTo>
                  <a:pt x="1224828" y="556380"/>
                </a:lnTo>
                <a:lnTo>
                  <a:pt x="1232367" y="601615"/>
                </a:lnTo>
                <a:lnTo>
                  <a:pt x="1322836" y="601615"/>
                </a:lnTo>
                <a:lnTo>
                  <a:pt x="1322836" y="556380"/>
                </a:lnTo>
                <a:close/>
              </a:path>
              <a:path w="3801109" h="770889">
                <a:moveTo>
                  <a:pt x="1322836" y="399568"/>
                </a:moveTo>
                <a:lnTo>
                  <a:pt x="1212012" y="399568"/>
                </a:lnTo>
                <a:lnTo>
                  <a:pt x="1212012" y="484006"/>
                </a:lnTo>
                <a:lnTo>
                  <a:pt x="1202211" y="493288"/>
                </a:lnTo>
                <a:lnTo>
                  <a:pt x="1163102" y="519533"/>
                </a:lnTo>
                <a:lnTo>
                  <a:pt x="1130590" y="525470"/>
                </a:lnTo>
                <a:lnTo>
                  <a:pt x="1322836" y="525470"/>
                </a:lnTo>
                <a:lnTo>
                  <a:pt x="1322836" y="399568"/>
                </a:lnTo>
                <a:close/>
              </a:path>
              <a:path w="3801109" h="770889">
                <a:moveTo>
                  <a:pt x="1160746" y="168874"/>
                </a:moveTo>
                <a:lnTo>
                  <a:pt x="1112261" y="173539"/>
                </a:lnTo>
                <a:lnTo>
                  <a:pt x="1066508" y="185837"/>
                </a:lnTo>
                <a:lnTo>
                  <a:pt x="1024101" y="203035"/>
                </a:lnTo>
                <a:lnTo>
                  <a:pt x="985087" y="224663"/>
                </a:lnTo>
                <a:lnTo>
                  <a:pt x="1024290" y="298545"/>
                </a:lnTo>
                <a:lnTo>
                  <a:pt x="1038944" y="289923"/>
                </a:lnTo>
                <a:lnTo>
                  <a:pt x="1053503" y="282148"/>
                </a:lnTo>
                <a:lnTo>
                  <a:pt x="1096712" y="264196"/>
                </a:lnTo>
                <a:lnTo>
                  <a:pt x="1140391" y="257835"/>
                </a:lnTo>
                <a:lnTo>
                  <a:pt x="1306644" y="257835"/>
                </a:lnTo>
                <a:lnTo>
                  <a:pt x="1304742" y="252557"/>
                </a:lnTo>
                <a:lnTo>
                  <a:pt x="1282125" y="216181"/>
                </a:lnTo>
                <a:lnTo>
                  <a:pt x="1250461" y="189983"/>
                </a:lnTo>
                <a:lnTo>
                  <a:pt x="1209938" y="174151"/>
                </a:lnTo>
                <a:lnTo>
                  <a:pt x="1186426" y="170193"/>
                </a:lnTo>
                <a:lnTo>
                  <a:pt x="1160746" y="168874"/>
                </a:lnTo>
                <a:close/>
              </a:path>
              <a:path w="3801109" h="770889">
                <a:moveTo>
                  <a:pt x="1526254" y="179429"/>
                </a:moveTo>
                <a:lnTo>
                  <a:pt x="1435785" y="179429"/>
                </a:lnTo>
                <a:lnTo>
                  <a:pt x="1435785" y="601615"/>
                </a:lnTo>
                <a:lnTo>
                  <a:pt x="1546609" y="601615"/>
                </a:lnTo>
                <a:lnTo>
                  <a:pt x="1546609" y="311362"/>
                </a:lnTo>
                <a:lnTo>
                  <a:pt x="1558012" y="300383"/>
                </a:lnTo>
                <a:lnTo>
                  <a:pt x="1588828" y="275928"/>
                </a:lnTo>
                <a:lnTo>
                  <a:pt x="1634062" y="263866"/>
                </a:lnTo>
                <a:lnTo>
                  <a:pt x="1795519" y="263866"/>
                </a:lnTo>
                <a:lnTo>
                  <a:pt x="1787058" y="238563"/>
                </a:lnTo>
                <a:lnTo>
                  <a:pt x="1785208" y="235217"/>
                </a:lnTo>
                <a:lnTo>
                  <a:pt x="1534547" y="235217"/>
                </a:lnTo>
                <a:lnTo>
                  <a:pt x="1526366" y="180183"/>
                </a:lnTo>
                <a:lnTo>
                  <a:pt x="1526254" y="179429"/>
                </a:lnTo>
                <a:close/>
              </a:path>
              <a:path w="3801109" h="770889">
                <a:moveTo>
                  <a:pt x="1795519" y="263866"/>
                </a:moveTo>
                <a:lnTo>
                  <a:pt x="1634062" y="263866"/>
                </a:lnTo>
                <a:lnTo>
                  <a:pt x="1648763" y="265091"/>
                </a:lnTo>
                <a:lnTo>
                  <a:pt x="1661203" y="268766"/>
                </a:lnTo>
                <a:lnTo>
                  <a:pt x="1690040" y="310419"/>
                </a:lnTo>
                <a:lnTo>
                  <a:pt x="1693621" y="352073"/>
                </a:lnTo>
                <a:lnTo>
                  <a:pt x="1693621" y="601615"/>
                </a:lnTo>
                <a:lnTo>
                  <a:pt x="1804444" y="601615"/>
                </a:lnTo>
                <a:lnTo>
                  <a:pt x="1804444" y="338502"/>
                </a:lnTo>
                <a:lnTo>
                  <a:pt x="1802513" y="300760"/>
                </a:lnTo>
                <a:lnTo>
                  <a:pt x="1796717" y="267447"/>
                </a:lnTo>
                <a:lnTo>
                  <a:pt x="1795519" y="263866"/>
                </a:lnTo>
                <a:close/>
              </a:path>
              <a:path w="3801109" h="770889">
                <a:moveTo>
                  <a:pt x="1674019" y="168874"/>
                </a:moveTo>
                <a:lnTo>
                  <a:pt x="1633497" y="173774"/>
                </a:lnTo>
                <a:lnTo>
                  <a:pt x="1597875" y="188475"/>
                </a:lnTo>
                <a:lnTo>
                  <a:pt x="1566022" y="209962"/>
                </a:lnTo>
                <a:lnTo>
                  <a:pt x="1536809" y="235217"/>
                </a:lnTo>
                <a:lnTo>
                  <a:pt x="1785208" y="235217"/>
                </a:lnTo>
                <a:lnTo>
                  <a:pt x="1755724" y="194318"/>
                </a:lnTo>
                <a:lnTo>
                  <a:pt x="1705966" y="171701"/>
                </a:lnTo>
                <a:lnTo>
                  <a:pt x="1674019" y="168874"/>
                </a:lnTo>
                <a:close/>
              </a:path>
              <a:path w="3801109" h="770889">
                <a:moveTo>
                  <a:pt x="2028071" y="0"/>
                </a:moveTo>
                <a:lnTo>
                  <a:pt x="1918755" y="0"/>
                </a:lnTo>
                <a:lnTo>
                  <a:pt x="1918755" y="601615"/>
                </a:lnTo>
                <a:lnTo>
                  <a:pt x="2028071" y="601615"/>
                </a:lnTo>
                <a:lnTo>
                  <a:pt x="2028071" y="494560"/>
                </a:lnTo>
                <a:lnTo>
                  <a:pt x="2086876" y="425955"/>
                </a:lnTo>
                <a:lnTo>
                  <a:pt x="2197908" y="425955"/>
                </a:lnTo>
                <a:lnTo>
                  <a:pt x="2156042" y="360366"/>
                </a:lnTo>
                <a:lnTo>
                  <a:pt x="2028071" y="360366"/>
                </a:lnTo>
                <a:lnTo>
                  <a:pt x="2028071" y="0"/>
                </a:lnTo>
                <a:close/>
              </a:path>
              <a:path w="3801109" h="770889">
                <a:moveTo>
                  <a:pt x="2197908" y="425955"/>
                </a:moveTo>
                <a:lnTo>
                  <a:pt x="2086876" y="425955"/>
                </a:lnTo>
                <a:lnTo>
                  <a:pt x="2189407" y="601615"/>
                </a:lnTo>
                <a:lnTo>
                  <a:pt x="2310031" y="601615"/>
                </a:lnTo>
                <a:lnTo>
                  <a:pt x="2197908" y="425955"/>
                </a:lnTo>
                <a:close/>
              </a:path>
              <a:path w="3801109" h="770889">
                <a:moveTo>
                  <a:pt x="2296461" y="179429"/>
                </a:moveTo>
                <a:lnTo>
                  <a:pt x="2175082" y="179429"/>
                </a:lnTo>
                <a:lnTo>
                  <a:pt x="2031087" y="360366"/>
                </a:lnTo>
                <a:lnTo>
                  <a:pt x="2156042" y="360366"/>
                </a:lnTo>
                <a:lnTo>
                  <a:pt x="2151711" y="353580"/>
                </a:lnTo>
                <a:lnTo>
                  <a:pt x="2296461" y="179429"/>
                </a:lnTo>
                <a:close/>
              </a:path>
              <a:path w="3801109" h="770889">
                <a:moveTo>
                  <a:pt x="2543800" y="677759"/>
                </a:moveTo>
                <a:lnTo>
                  <a:pt x="2523445" y="762196"/>
                </a:lnTo>
                <a:lnTo>
                  <a:pt x="2529570" y="763987"/>
                </a:lnTo>
                <a:lnTo>
                  <a:pt x="2535884" y="765589"/>
                </a:lnTo>
                <a:lnTo>
                  <a:pt x="2581496" y="770489"/>
                </a:lnTo>
                <a:lnTo>
                  <a:pt x="2604254" y="769358"/>
                </a:lnTo>
                <a:lnTo>
                  <a:pt x="2643834" y="760311"/>
                </a:lnTo>
                <a:lnTo>
                  <a:pt x="2690811" y="729967"/>
                </a:lnTo>
                <a:lnTo>
                  <a:pt x="2716444" y="698868"/>
                </a:lnTo>
                <a:lnTo>
                  <a:pt x="2726278" y="683036"/>
                </a:lnTo>
                <a:lnTo>
                  <a:pt x="2568177" y="683036"/>
                </a:lnTo>
                <a:lnTo>
                  <a:pt x="2562899" y="682282"/>
                </a:lnTo>
                <a:lnTo>
                  <a:pt x="2557370" y="680775"/>
                </a:lnTo>
                <a:lnTo>
                  <a:pt x="2552344" y="679769"/>
                </a:lnTo>
                <a:lnTo>
                  <a:pt x="2547821" y="678764"/>
                </a:lnTo>
                <a:lnTo>
                  <a:pt x="2543800" y="677759"/>
                </a:lnTo>
                <a:close/>
              </a:path>
              <a:path w="3801109" h="770889">
                <a:moveTo>
                  <a:pt x="2607128" y="179429"/>
                </a:moveTo>
                <a:lnTo>
                  <a:pt x="2495550" y="179429"/>
                </a:lnTo>
                <a:lnTo>
                  <a:pt x="2659902" y="593322"/>
                </a:lnTo>
                <a:lnTo>
                  <a:pt x="2652363" y="618954"/>
                </a:lnTo>
                <a:lnTo>
                  <a:pt x="2633279" y="655283"/>
                </a:lnTo>
                <a:lnTo>
                  <a:pt x="2602228" y="678513"/>
                </a:lnTo>
                <a:lnTo>
                  <a:pt x="2573203" y="683036"/>
                </a:lnTo>
                <a:lnTo>
                  <a:pt x="2726278" y="683036"/>
                </a:lnTo>
                <a:lnTo>
                  <a:pt x="2748532" y="638368"/>
                </a:lnTo>
                <a:lnTo>
                  <a:pt x="2799251" y="494560"/>
                </a:lnTo>
                <a:lnTo>
                  <a:pt x="2709659" y="494560"/>
                </a:lnTo>
                <a:lnTo>
                  <a:pt x="2705197" y="479529"/>
                </a:lnTo>
                <a:lnTo>
                  <a:pt x="2700856" y="464593"/>
                </a:lnTo>
                <a:lnTo>
                  <a:pt x="2696633" y="449750"/>
                </a:lnTo>
                <a:lnTo>
                  <a:pt x="2692319" y="434248"/>
                </a:lnTo>
                <a:lnTo>
                  <a:pt x="2688079" y="419264"/>
                </a:lnTo>
                <a:lnTo>
                  <a:pt x="2683649" y="404469"/>
                </a:lnTo>
                <a:lnTo>
                  <a:pt x="2679136" y="390192"/>
                </a:lnTo>
                <a:lnTo>
                  <a:pt x="2674226" y="375444"/>
                </a:lnTo>
                <a:lnTo>
                  <a:pt x="2607128" y="179429"/>
                </a:lnTo>
                <a:close/>
              </a:path>
              <a:path w="3801109" h="770889">
                <a:moveTo>
                  <a:pt x="2907936" y="179429"/>
                </a:moveTo>
                <a:lnTo>
                  <a:pt x="2801635" y="179429"/>
                </a:lnTo>
                <a:lnTo>
                  <a:pt x="2743585" y="375444"/>
                </a:lnTo>
                <a:lnTo>
                  <a:pt x="2739854" y="389862"/>
                </a:lnTo>
                <a:lnTo>
                  <a:pt x="2735857" y="405034"/>
                </a:lnTo>
                <a:lnTo>
                  <a:pt x="2731852" y="419971"/>
                </a:lnTo>
                <a:lnTo>
                  <a:pt x="2727753" y="435002"/>
                </a:lnTo>
                <a:lnTo>
                  <a:pt x="2724137" y="449326"/>
                </a:lnTo>
                <a:lnTo>
                  <a:pt x="2720448" y="464404"/>
                </a:lnTo>
                <a:lnTo>
                  <a:pt x="2716868" y="479529"/>
                </a:lnTo>
                <a:lnTo>
                  <a:pt x="2713429" y="494560"/>
                </a:lnTo>
                <a:lnTo>
                  <a:pt x="2799251" y="494560"/>
                </a:lnTo>
                <a:lnTo>
                  <a:pt x="2907936" y="179429"/>
                </a:lnTo>
                <a:close/>
              </a:path>
              <a:path w="3801109" h="770889">
                <a:moveTo>
                  <a:pt x="3143566" y="168874"/>
                </a:moveTo>
                <a:lnTo>
                  <a:pt x="3092301" y="175471"/>
                </a:lnTo>
                <a:lnTo>
                  <a:pt x="3044051" y="195261"/>
                </a:lnTo>
                <a:lnTo>
                  <a:pt x="3002398" y="227490"/>
                </a:lnTo>
                <a:lnTo>
                  <a:pt x="2969414" y="271405"/>
                </a:lnTo>
                <a:lnTo>
                  <a:pt x="2947928" y="325686"/>
                </a:lnTo>
                <a:lnTo>
                  <a:pt x="2940766" y="390522"/>
                </a:lnTo>
                <a:lnTo>
                  <a:pt x="2942556" y="424306"/>
                </a:lnTo>
                <a:lnTo>
                  <a:pt x="2956881" y="484241"/>
                </a:lnTo>
                <a:lnTo>
                  <a:pt x="2984822" y="533481"/>
                </a:lnTo>
                <a:lnTo>
                  <a:pt x="3022141" y="571176"/>
                </a:lnTo>
                <a:lnTo>
                  <a:pt x="3067799" y="597327"/>
                </a:lnTo>
                <a:lnTo>
                  <a:pt x="3117556" y="610520"/>
                </a:lnTo>
                <a:lnTo>
                  <a:pt x="3143566" y="612169"/>
                </a:lnTo>
                <a:lnTo>
                  <a:pt x="3169529" y="610520"/>
                </a:lnTo>
                <a:lnTo>
                  <a:pt x="3218909" y="597327"/>
                </a:lnTo>
                <a:lnTo>
                  <a:pt x="3264568" y="571176"/>
                </a:lnTo>
                <a:lnTo>
                  <a:pt x="3302263" y="533481"/>
                </a:lnTo>
                <a:lnTo>
                  <a:pt x="3310148" y="521701"/>
                </a:lnTo>
                <a:lnTo>
                  <a:pt x="3143566" y="521701"/>
                </a:lnTo>
                <a:lnTo>
                  <a:pt x="3129760" y="520711"/>
                </a:lnTo>
                <a:lnTo>
                  <a:pt x="3094562" y="505869"/>
                </a:lnTo>
                <a:lnTo>
                  <a:pt x="3070249" y="473781"/>
                </a:lnTo>
                <a:lnTo>
                  <a:pt x="3057056" y="427840"/>
                </a:lnTo>
                <a:lnTo>
                  <a:pt x="3054605" y="390522"/>
                </a:lnTo>
                <a:lnTo>
                  <a:pt x="3055218" y="371203"/>
                </a:lnTo>
                <a:lnTo>
                  <a:pt x="3064406" y="321163"/>
                </a:lnTo>
                <a:lnTo>
                  <a:pt x="3085327" y="284692"/>
                </a:lnTo>
                <a:lnTo>
                  <a:pt x="3116991" y="263489"/>
                </a:lnTo>
                <a:lnTo>
                  <a:pt x="3143566" y="259342"/>
                </a:lnTo>
                <a:lnTo>
                  <a:pt x="3310398" y="259342"/>
                </a:lnTo>
                <a:lnTo>
                  <a:pt x="3310179" y="258965"/>
                </a:lnTo>
                <a:lnTo>
                  <a:pt x="3284546" y="227678"/>
                </a:lnTo>
                <a:lnTo>
                  <a:pt x="3254013" y="202423"/>
                </a:lnTo>
                <a:lnTo>
                  <a:pt x="3219710" y="183952"/>
                </a:lnTo>
                <a:lnTo>
                  <a:pt x="3182581" y="172643"/>
                </a:lnTo>
                <a:lnTo>
                  <a:pt x="3163309" y="169816"/>
                </a:lnTo>
                <a:lnTo>
                  <a:pt x="3143566" y="168874"/>
                </a:lnTo>
                <a:close/>
              </a:path>
              <a:path w="3801109" h="770889">
                <a:moveTo>
                  <a:pt x="3310398" y="259342"/>
                </a:moveTo>
                <a:lnTo>
                  <a:pt x="3143566" y="259342"/>
                </a:lnTo>
                <a:lnTo>
                  <a:pt x="3157325" y="260379"/>
                </a:lnTo>
                <a:lnTo>
                  <a:pt x="3169953" y="263489"/>
                </a:lnTo>
                <a:lnTo>
                  <a:pt x="3209533" y="295153"/>
                </a:lnTo>
                <a:lnTo>
                  <a:pt x="3226590" y="336523"/>
                </a:lnTo>
                <a:lnTo>
                  <a:pt x="3232527" y="390522"/>
                </a:lnTo>
                <a:lnTo>
                  <a:pt x="3231867" y="409840"/>
                </a:lnTo>
                <a:lnTo>
                  <a:pt x="3221972" y="459881"/>
                </a:lnTo>
                <a:lnTo>
                  <a:pt x="3201334" y="496775"/>
                </a:lnTo>
                <a:lnTo>
                  <a:pt x="3157325" y="520711"/>
                </a:lnTo>
                <a:lnTo>
                  <a:pt x="3143566" y="521701"/>
                </a:lnTo>
                <a:lnTo>
                  <a:pt x="3310148" y="521701"/>
                </a:lnTo>
                <a:lnTo>
                  <a:pt x="3330251" y="484241"/>
                </a:lnTo>
                <a:lnTo>
                  <a:pt x="3344576" y="424306"/>
                </a:lnTo>
                <a:lnTo>
                  <a:pt x="3346366" y="390522"/>
                </a:lnTo>
                <a:lnTo>
                  <a:pt x="3345329" y="364889"/>
                </a:lnTo>
                <a:lnTo>
                  <a:pt x="3337037" y="318147"/>
                </a:lnTo>
                <a:lnTo>
                  <a:pt x="3320734" y="277153"/>
                </a:lnTo>
                <a:lnTo>
                  <a:pt x="3310398" y="259342"/>
                </a:lnTo>
                <a:close/>
              </a:path>
              <a:path w="3801109" h="770889">
                <a:moveTo>
                  <a:pt x="3544625" y="179429"/>
                </a:moveTo>
                <a:lnTo>
                  <a:pt x="3434555" y="179429"/>
                </a:lnTo>
                <a:lnTo>
                  <a:pt x="3434555" y="442541"/>
                </a:lnTo>
                <a:lnTo>
                  <a:pt x="3442283" y="513785"/>
                </a:lnTo>
                <a:lnTo>
                  <a:pt x="3465465" y="567689"/>
                </a:lnTo>
                <a:lnTo>
                  <a:pt x="3505952" y="601144"/>
                </a:lnTo>
                <a:lnTo>
                  <a:pt x="3506107" y="601144"/>
                </a:lnTo>
                <a:lnTo>
                  <a:pt x="3533034" y="609389"/>
                </a:lnTo>
                <a:lnTo>
                  <a:pt x="3564981" y="612169"/>
                </a:lnTo>
                <a:lnTo>
                  <a:pt x="3586090" y="610944"/>
                </a:lnTo>
                <a:lnTo>
                  <a:pt x="3605691" y="607269"/>
                </a:lnTo>
                <a:lnTo>
                  <a:pt x="3655920" y="581966"/>
                </a:lnTo>
                <a:lnTo>
                  <a:pt x="3685323" y="555956"/>
                </a:lnTo>
                <a:lnTo>
                  <a:pt x="3699176" y="540548"/>
                </a:lnTo>
                <a:lnTo>
                  <a:pt x="3800952" y="540548"/>
                </a:lnTo>
                <a:lnTo>
                  <a:pt x="3800952" y="517177"/>
                </a:lnTo>
                <a:lnTo>
                  <a:pt x="3604938" y="517177"/>
                </a:lnTo>
                <a:lnTo>
                  <a:pt x="3590189" y="515952"/>
                </a:lnTo>
                <a:lnTo>
                  <a:pt x="3552682" y="485938"/>
                </a:lnTo>
                <a:lnTo>
                  <a:pt x="3544625" y="428971"/>
                </a:lnTo>
                <a:lnTo>
                  <a:pt x="3544625" y="179429"/>
                </a:lnTo>
                <a:close/>
              </a:path>
              <a:path w="3801109" h="770889">
                <a:moveTo>
                  <a:pt x="3800952" y="540548"/>
                </a:moveTo>
                <a:lnTo>
                  <a:pt x="3702191" y="540548"/>
                </a:lnTo>
                <a:lnTo>
                  <a:pt x="3710420" y="601144"/>
                </a:lnTo>
                <a:lnTo>
                  <a:pt x="3710484" y="601615"/>
                </a:lnTo>
                <a:lnTo>
                  <a:pt x="3800952" y="601615"/>
                </a:lnTo>
                <a:lnTo>
                  <a:pt x="3800952" y="540548"/>
                </a:lnTo>
                <a:close/>
              </a:path>
              <a:path w="3801109" h="770889">
                <a:moveTo>
                  <a:pt x="3800952" y="179429"/>
                </a:moveTo>
                <a:lnTo>
                  <a:pt x="3690129" y="179429"/>
                </a:lnTo>
                <a:lnTo>
                  <a:pt x="3690129" y="464404"/>
                </a:lnTo>
                <a:lnTo>
                  <a:pt x="3679668" y="477409"/>
                </a:lnTo>
                <a:lnTo>
                  <a:pt x="3649418" y="505115"/>
                </a:lnTo>
                <a:lnTo>
                  <a:pt x="3604938" y="517177"/>
                </a:lnTo>
                <a:lnTo>
                  <a:pt x="3800952" y="517177"/>
                </a:lnTo>
                <a:lnTo>
                  <a:pt x="3800952" y="179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1570</Words>
  <Application>Microsoft Office PowerPoint</Application>
  <PresentationFormat>사용자 지정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KDT41</cp:lastModifiedBy>
  <cp:revision>4</cp:revision>
  <dcterms:created xsi:type="dcterms:W3CDTF">2026-02-10T12:26:32Z</dcterms:created>
  <dcterms:modified xsi:type="dcterms:W3CDTF">2026-02-11T00:58:56Z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LastSaved">
    <vt:filetime>2026-02-10T00:00:00Z</vt:filetime>
  </property>
</Properties>
</file>